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Layouts/slideLayout5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_rels/slideLayout5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60.xml.rels" ContentType="application/vnd.openxmlformats-package.relationships+xml"/>
  <Override PartName="/ppt/_rels/presentation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0.xml.rels" ContentType="application/vnd.openxmlformats-package.relationships+xml"/>
  <Override PartName="/ppt/slides/_rels/slide21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24.xml.rels" ContentType="application/vnd.openxmlformats-package.relationships+xml"/>
  <Override PartName="/ppt/slides/_rels/slide25.xml.rels" ContentType="application/vnd.openxmlformats-package.relationships+xml"/>
  <Override PartName="/ppt/slides/_rels/slide26.xml.rels" ContentType="application/vnd.openxmlformats-package.relationships+xml"/>
  <Override PartName="/ppt/slides/_rels/slide27.xml.rels" ContentType="application/vnd.openxmlformats-package.relationships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media/image1.png" ContentType="image/png"/>
  <Override PartName="/ppt/media/image2.jpeg" ContentType="image/jpeg"/>
  <Override PartName="/ppt/media/image12.png" ContentType="image/png"/>
  <Override PartName="/ppt/media/image7.png" ContentType="image/png"/>
  <Override PartName="/ppt/media/image3.jpeg" ContentType="image/jpeg"/>
  <Override PartName="/ppt/media/image11.png" ContentType="image/png"/>
  <Override PartName="/ppt/media/image6.png" ContentType="image/png"/>
  <Override PartName="/ppt/media/image5.png" ContentType="image/png"/>
  <Override PartName="/ppt/media/image10.png" ContentType="image/png"/>
  <Override PartName="/ppt/media/image4.jpeg" ContentType="image/jpeg"/>
  <Override PartName="/ppt/media/image18.png" ContentType="image/png"/>
  <Override PartName="/ppt/media/image8.png" ContentType="image/png"/>
  <Override PartName="/ppt/media/image13.png" ContentType="image/png"/>
  <Override PartName="/ppt/media/image9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919D172-C41A-4E6F-A5C4-4BBBB60167F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ABBC6CE-6A0D-434A-BBFF-09A0715459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4A75B0D-FCE2-42C1-9177-661442F5B84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21FC999-824E-44DA-B33D-E781F55D132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A9804B3-AA45-47CE-9ABF-EB95F5EC576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74160"/>
            <a:ext cx="9071640" cy="579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B3A7A0B-6DBD-42BC-B1AA-4702FDB69A5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5C686B7-73D9-4A97-A13B-44CDC09D757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21AFC4E-9275-43A9-87CE-93443EE5C6D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3F62D09-CBA5-4779-A826-7E0F0CA6D2E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6C8A350-EC5E-4829-B560-09BE1260790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56E9AC5-2622-4595-B5F7-9F6A307757E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3BAEA50-A3C8-420A-ABFF-291ED958EBC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778B318-58B8-476E-97A1-544F9BB76F8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5F8E343-EA98-4CA6-8235-18767942575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2748FCB-3567-4E6C-BCB5-3145898B44F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9593CC8-E060-4489-A3AF-0BF0136E144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22AC0F8-4555-45BB-A911-182E738BA1A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504000" y="74160"/>
            <a:ext cx="9071640" cy="579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F3CBC24-8393-48C9-9D5A-B40508AE822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838ADBA-073A-4861-AC7E-A472238B330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904C54B-15FD-4AD0-9BD6-C0DB90CAFFB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28DC989-4282-48EF-9382-AC138802CB2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B31DF8B-0CF4-4BC3-BFEC-FF32B945236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F1AC813-9043-4D5D-8F45-C9964D72680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9F54498-96C2-4870-9BC6-1D2C45230FF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2853F79-3051-4EB0-B4A9-75538F3D0E7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D1A332D-2502-47A3-AEB0-9F1350F119A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FB5883B-A046-4B8B-A9F7-D1063BA8A9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45D4690-A4C2-4096-A938-117702C741B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6F35880-721F-4B4F-AF6F-464DE66C467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504000" y="74160"/>
            <a:ext cx="9071640" cy="579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267565A-F7EC-40C9-8B41-CAE5547BDEF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9D9E8C8-5947-4FE2-B945-1468DD0687C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486965C-322F-4432-8A92-309551A666C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F0C398A-802A-41A7-AD51-89A402FE9ED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9FF2533-C1B4-4CA8-B13D-B36C2905E08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5AC86CC-4B85-4112-8AE9-C7919D24683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EC7D125-C470-468D-8085-2D16F9DD84E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2020095-3700-4F31-B483-E127763D43E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54185EA-69DA-4358-B114-EE7DB6D15C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AA08F56-C4D3-4BCE-85D7-A13392E2BAA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EE4A2CA-AD68-4773-8BC8-F83EEE06C1F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FDBBDC2-764B-4E5B-BBE2-FC463A66B3F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ubTitle"/>
          </p:nvPr>
        </p:nvSpPr>
        <p:spPr>
          <a:xfrm>
            <a:off x="504000" y="74160"/>
            <a:ext cx="9071640" cy="579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96AB8D2-27E6-40A9-8340-B6D45BEF978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9C81888-1B6B-4911-97EA-CCE9C037DF6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AFB7CFA-85D2-4961-B7B7-A48029F53B1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4C2AD74-7D5A-424B-B100-ADAEA02A018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5472995-B7CC-43D9-A9F6-24F8DF5841C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C0E31E0-66C4-4FE7-BEEA-2F326B0E3B9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586100A-F240-4B42-89E3-ADC75F3B603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89B0573B-3B1F-44E2-9DB3-24BF0BF5D9F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72762412-BED8-430A-B242-5DAA0251FFB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285E3297-9F3A-4B79-913E-544A710DE1A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D7FCAABC-F53B-4DEB-9C92-6E213E70199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7E00E42F-2E79-47A4-9AB4-AA2EA063F5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ubTitle"/>
          </p:nvPr>
        </p:nvSpPr>
        <p:spPr>
          <a:xfrm>
            <a:off x="504000" y="74160"/>
            <a:ext cx="9071640" cy="579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A43B60D4-796A-4AB3-A86A-EE21EAB9A7B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366A0865-3C4C-4A05-8775-A60E1D8F7F9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ADA021DE-428D-45DF-B48B-02CAF3FD82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C2DCACC0-AD12-4446-AF18-11526CFC657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B5817D55-9F3D-4F6F-8FA9-E7A11D01839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FCAE4472-2BCA-4B86-A273-C7C8286631D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ECD153CF-3B80-4DC5-BB7C-A6E0CB47F9D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D3443C-625C-4CFB-AC68-43C71EC8756C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D925D86-BC9F-497C-B79B-CC6E9EC1376C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ftr" idx="7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B6A7726-C94B-4098-A738-20C319AA1B0A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ftr" idx="10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11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165D9FF-A25E-4FDB-8236-5F35AC89E600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dt" idx="12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ftr" idx="13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sldNum" idx="14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D6A380C-263E-4A2E-A21E-F1ED522E3BEC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" name="PlaceHolder 5"/>
          <p:cNvSpPr>
            <a:spLocks noGrp="1"/>
          </p:cNvSpPr>
          <p:nvPr>
            <p:ph type="dt" idx="15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2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2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2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2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Тестовая программа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subTitle"/>
          </p:nvPr>
        </p:nvSpPr>
        <p:spPr>
          <a:xfrm>
            <a:off x="6300000" y="5040000"/>
            <a:ext cx="3454560" cy="2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</a:rPr>
              <a:t>Самойлов Андрей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7" name="" descr=""/>
          <p:cNvPicPr/>
          <p:nvPr/>
        </p:nvPicPr>
        <p:blipFill>
          <a:blip r:embed="rId1"/>
          <a:stretch/>
        </p:blipFill>
        <p:spPr>
          <a:xfrm>
            <a:off x="1980000" y="1172520"/>
            <a:ext cx="5673960" cy="359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504000" y="-360000"/>
            <a:ext cx="9070560" cy="124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Титульный лист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504000" y="671400"/>
            <a:ext cx="9071280" cy="490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Титульный лист стр.2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Кратко о программе стр.3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Диаграммы и схемы стр.4-6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Реализация входа регистрации стр.7-8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Реализация основного меню приложения стр.9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Реализация тестирования  стр.10-11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Реализация результатов стр.12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Реализация редактирования тестов стр.13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Перспективы развития приложения стр.14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Листинг кода стр.15-27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850"/>
              </a:spcBef>
              <a:buNone/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504000" y="-180000"/>
            <a:ext cx="9070560" cy="124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Кратко о программе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subTitle"/>
          </p:nvPr>
        </p:nvSpPr>
        <p:spPr>
          <a:xfrm>
            <a:off x="180000" y="720000"/>
            <a:ext cx="971964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Times New Roman"/>
                <a:ea typeface="Microsoft YaHei"/>
              </a:rPr>
              <a:t>	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>Программа для проведения тестирования. Тестовые задания и список пользователей хранится в базе. Также ведется учет каждого прохождения. Программа должна поддерживать различные виды вопросов. Программа делится на две части: редактор тестов, тестовая система. В редакторе тестов создаются тесты, которые хранятся в базе. Каждый тест состоит из набора вопросов. Вопрос содержит произвольное количество вариантов ответов. Тестовая система воспроизводит тесты для пользователей. Пользователь заходит в систему под своим логином и паролем. Результаты заносятся в базу. Разработанное приложение подключается к удаленной базе (SQL Server 2019) и функционирует на основе информации записанной в ней (тесты, пользователи, прохождения).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504000" y="-22644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Диаграмма вариантов использования(USE Case)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3" name="" descr=""/>
          <p:cNvPicPr/>
          <p:nvPr/>
        </p:nvPicPr>
        <p:blipFill>
          <a:blip r:embed="rId1"/>
          <a:stretch/>
        </p:blipFill>
        <p:spPr>
          <a:xfrm>
            <a:off x="1440000" y="491760"/>
            <a:ext cx="7738920" cy="5217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-1980000" y="-22644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Схема базы данных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5" name="" descr=""/>
          <p:cNvPicPr/>
          <p:nvPr/>
        </p:nvPicPr>
        <p:blipFill>
          <a:blip r:embed="rId1"/>
          <a:stretch/>
        </p:blipFill>
        <p:spPr>
          <a:xfrm>
            <a:off x="3960000" y="-16560"/>
            <a:ext cx="5218920" cy="568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504000" y="-22644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Диаграмма классов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7" name="" descr=""/>
          <p:cNvPicPr/>
          <p:nvPr/>
        </p:nvPicPr>
        <p:blipFill>
          <a:blip r:embed="rId1"/>
          <a:stretch/>
        </p:blipFill>
        <p:spPr>
          <a:xfrm>
            <a:off x="1974240" y="404280"/>
            <a:ext cx="6125400" cy="5355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504000" y="-22644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Вход в приложение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9" name="" descr=""/>
          <p:cNvPicPr/>
          <p:nvPr/>
        </p:nvPicPr>
        <p:blipFill>
          <a:blip r:embed="rId1"/>
          <a:stretch/>
        </p:blipFill>
        <p:spPr>
          <a:xfrm>
            <a:off x="181080" y="775080"/>
            <a:ext cx="3418920" cy="2824920"/>
          </a:xfrm>
          <a:prstGeom prst="rect">
            <a:avLst/>
          </a:prstGeom>
          <a:ln w="0">
            <a:noFill/>
          </a:ln>
        </p:spPr>
      </p:pic>
      <p:pic>
        <p:nvPicPr>
          <p:cNvPr id="220" name="" descr=""/>
          <p:cNvPicPr/>
          <p:nvPr/>
        </p:nvPicPr>
        <p:blipFill>
          <a:blip r:embed="rId2"/>
          <a:stretch/>
        </p:blipFill>
        <p:spPr>
          <a:xfrm>
            <a:off x="3240000" y="1946520"/>
            <a:ext cx="6660000" cy="2913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" descr=""/>
          <p:cNvPicPr/>
          <p:nvPr/>
        </p:nvPicPr>
        <p:blipFill>
          <a:blip r:embed="rId1"/>
          <a:stretch/>
        </p:blipFill>
        <p:spPr>
          <a:xfrm>
            <a:off x="6300000" y="720000"/>
            <a:ext cx="3529080" cy="3960000"/>
          </a:xfrm>
          <a:prstGeom prst="rect">
            <a:avLst/>
          </a:prstGeom>
          <a:ln w="0">
            <a:noFill/>
          </a:ln>
        </p:spPr>
      </p:pic>
      <p:pic>
        <p:nvPicPr>
          <p:cNvPr id="222" name="" descr=""/>
          <p:cNvPicPr/>
          <p:nvPr/>
        </p:nvPicPr>
        <p:blipFill>
          <a:blip r:embed="rId2"/>
          <a:stretch/>
        </p:blipFill>
        <p:spPr>
          <a:xfrm>
            <a:off x="180000" y="1933920"/>
            <a:ext cx="6120000" cy="1846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504000" y="-22644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Основное меню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4" name="" descr=""/>
          <p:cNvPicPr/>
          <p:nvPr/>
        </p:nvPicPr>
        <p:blipFill>
          <a:blip r:embed="rId1"/>
          <a:stretch/>
        </p:blipFill>
        <p:spPr>
          <a:xfrm>
            <a:off x="4500000" y="2700000"/>
            <a:ext cx="4423680" cy="2158920"/>
          </a:xfrm>
          <a:prstGeom prst="rect">
            <a:avLst/>
          </a:prstGeom>
          <a:ln w="0">
            <a:noFill/>
          </a:ln>
        </p:spPr>
      </p:pic>
      <p:pic>
        <p:nvPicPr>
          <p:cNvPr id="225" name="" descr=""/>
          <p:cNvPicPr/>
          <p:nvPr/>
        </p:nvPicPr>
        <p:blipFill>
          <a:blip r:embed="rId2"/>
          <a:stretch/>
        </p:blipFill>
        <p:spPr>
          <a:xfrm>
            <a:off x="1440000" y="720000"/>
            <a:ext cx="3974760" cy="1939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504000" y="-22644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Прохождение теста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7" name="" descr=""/>
          <p:cNvPicPr/>
          <p:nvPr/>
        </p:nvPicPr>
        <p:blipFill>
          <a:blip r:embed="rId1"/>
          <a:stretch/>
        </p:blipFill>
        <p:spPr>
          <a:xfrm>
            <a:off x="319320" y="420120"/>
            <a:ext cx="9399600" cy="2998800"/>
          </a:xfrm>
          <a:prstGeom prst="rect">
            <a:avLst/>
          </a:prstGeom>
          <a:ln w="0">
            <a:noFill/>
          </a:ln>
        </p:spPr>
      </p:pic>
      <p:pic>
        <p:nvPicPr>
          <p:cNvPr id="228" name="" descr=""/>
          <p:cNvPicPr/>
          <p:nvPr/>
        </p:nvPicPr>
        <p:blipFill>
          <a:blip r:embed="rId2"/>
          <a:stretch/>
        </p:blipFill>
        <p:spPr>
          <a:xfrm>
            <a:off x="4870440" y="1980000"/>
            <a:ext cx="4308480" cy="2878920"/>
          </a:xfrm>
          <a:prstGeom prst="rect">
            <a:avLst/>
          </a:prstGeom>
          <a:ln w="0">
            <a:noFill/>
          </a:ln>
        </p:spPr>
      </p:pic>
      <p:pic>
        <p:nvPicPr>
          <p:cNvPr id="229" name="" descr=""/>
          <p:cNvPicPr/>
          <p:nvPr/>
        </p:nvPicPr>
        <p:blipFill>
          <a:blip r:embed="rId3"/>
          <a:stretch/>
        </p:blipFill>
        <p:spPr>
          <a:xfrm>
            <a:off x="394200" y="3030480"/>
            <a:ext cx="4476240" cy="200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" descr=""/>
          <p:cNvPicPr/>
          <p:nvPr/>
        </p:nvPicPr>
        <p:blipFill>
          <a:blip r:embed="rId1"/>
          <a:stretch/>
        </p:blipFill>
        <p:spPr>
          <a:xfrm>
            <a:off x="722520" y="1980000"/>
            <a:ext cx="7737480" cy="3433680"/>
          </a:xfrm>
          <a:prstGeom prst="rect">
            <a:avLst/>
          </a:prstGeom>
          <a:ln w="0">
            <a:noFill/>
          </a:ln>
        </p:spPr>
      </p:pic>
      <p:pic>
        <p:nvPicPr>
          <p:cNvPr id="231" name="" descr=""/>
          <p:cNvPicPr/>
          <p:nvPr/>
        </p:nvPicPr>
        <p:blipFill>
          <a:blip r:embed="rId2"/>
          <a:stretch/>
        </p:blipFill>
        <p:spPr>
          <a:xfrm>
            <a:off x="4500000" y="0"/>
            <a:ext cx="4365360" cy="4693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504000" y="-18000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Результаты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3" name="" descr=""/>
          <p:cNvPicPr/>
          <p:nvPr/>
        </p:nvPicPr>
        <p:blipFill>
          <a:blip r:embed="rId1"/>
          <a:stretch/>
        </p:blipFill>
        <p:spPr>
          <a:xfrm>
            <a:off x="1620000" y="720000"/>
            <a:ext cx="6885000" cy="3837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504000" y="-22644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Редактирование тестов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5" name="" descr=""/>
          <p:cNvPicPr/>
          <p:nvPr/>
        </p:nvPicPr>
        <p:blipFill>
          <a:blip r:embed="rId1"/>
          <a:stretch/>
        </p:blipFill>
        <p:spPr>
          <a:xfrm>
            <a:off x="504000" y="487800"/>
            <a:ext cx="6478920" cy="3651120"/>
          </a:xfrm>
          <a:prstGeom prst="rect">
            <a:avLst/>
          </a:prstGeom>
          <a:ln w="0">
            <a:noFill/>
          </a:ln>
        </p:spPr>
      </p:pic>
      <p:pic>
        <p:nvPicPr>
          <p:cNvPr id="236" name="" descr=""/>
          <p:cNvPicPr/>
          <p:nvPr/>
        </p:nvPicPr>
        <p:blipFill>
          <a:blip r:embed="rId2"/>
          <a:stretch/>
        </p:blipFill>
        <p:spPr>
          <a:xfrm>
            <a:off x="2520000" y="1800000"/>
            <a:ext cx="7161480" cy="305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504000" y="-22644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Перспективы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/>
          </p:nvPr>
        </p:nvSpPr>
        <p:spPr>
          <a:xfrm>
            <a:off x="468360" y="7200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Улучшение разметки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Добавление графики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Разветвление учебного материала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Разделение приложения на клиентскую и серверную части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468720" y="1270080"/>
            <a:ext cx="9070560" cy="124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Спасибо за внимание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504000" y="0"/>
            <a:ext cx="9070560" cy="17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Вход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0" y="180000"/>
            <a:ext cx="7750800" cy="55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namespace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WpfApp1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///</a:t>
            </a:r>
            <a:r>
              <a:rPr b="0" lang="ru-RU" sz="500" spc="-1" strike="noStrike">
                <a:solidFill>
                  <a:srgbClr val="008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&lt;summary&gt;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///</a:t>
            </a:r>
            <a:r>
              <a:rPr b="0" lang="ru-RU" sz="500" spc="-1" strike="noStrike">
                <a:solidFill>
                  <a:srgbClr val="008000"/>
                </a:solidFill>
                <a:latin typeface="Cascadia Mono"/>
                <a:ea typeface="Cascadia Mono"/>
              </a:rPr>
              <a:t> Логика взаимодействия для MainWindow.xaml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///</a:t>
            </a:r>
            <a:r>
              <a:rPr b="0" lang="ru-RU" sz="500" spc="-1" strike="noStrike">
                <a:solidFill>
                  <a:srgbClr val="008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&lt;/summary&gt;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public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partial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class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2b91af"/>
                </a:solidFill>
                <a:latin typeface="Cascadia Mono"/>
                <a:ea typeface="Cascadia Mono"/>
              </a:rPr>
              <a:t>MainWindow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: Window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public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2b91af"/>
                </a:solidFill>
                <a:latin typeface="Cascadia Mono"/>
                <a:ea typeface="Cascadia Mono"/>
              </a:rPr>
              <a:t>MainWindow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InitializeComponent();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Enter_Click(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object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sender, RoutedEventArgs e)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(Log.Text != </a:t>
            </a:r>
            <a:r>
              <a:rPr b="0" lang="ru-RU" sz="5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Pass.Text != </a:t>
            </a:r>
            <a:r>
              <a:rPr b="0" lang="ru-RU" sz="5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(Enter(Log.Text, Pass.Text))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 window 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BaseWindow(FindUser(Log.Text, Pass.Text));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window.Show();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this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.Close();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MessageBox.Show(</a:t>
            </a:r>
            <a:r>
              <a:rPr b="0" lang="ru-RU" sz="5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"Введите все данные"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</a:t>
            </a:r>
            <a:r>
              <a:rPr b="0" lang="ru-RU" sz="5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"Ошибка"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MessageBoxButton.OK, MessageBoxImage.Error);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Registration_Click(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object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sender, RoutedEventArgs e)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 Reg 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RegistrationForm();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Reg.Show();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Users FindUser(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login,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password)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using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(TestSystemEntities db 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TestSystemEntities())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return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from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db.Users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where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s.Login == login &amp;&amp; s.Password == password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select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s).FirstOrDefault();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static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bool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Enter(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login,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password)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using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(TestSystemEntities db 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TestSystemEntities())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((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from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db.Users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where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s.Login == login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select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s).FirstOrDefault() !=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((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from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db.Users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where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s.Login == login &amp;&amp; s.Password == password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select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s).FirstOrDefault() !=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return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MessageBox.Show(</a:t>
            </a:r>
            <a:r>
              <a:rPr b="0" lang="ru-RU" sz="5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"Пароль не верный"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</a:t>
            </a:r>
            <a:r>
              <a:rPr b="0" lang="ru-RU" sz="5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"Ошибка"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MessageBoxButton.OK, MessageBoxImage.Error);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return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false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MessageBox.Show(</a:t>
            </a:r>
            <a:r>
              <a:rPr b="0" lang="ru-RU" sz="5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"Такого логина нет"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</a:t>
            </a:r>
            <a:r>
              <a:rPr b="0" lang="ru-RU" sz="5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"Ошибка"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MessageBoxButton.OK, MessageBoxImage.Error);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return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false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Exit_CLick(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object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sender, RoutedEventArgs e)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this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.Close();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536040" y="-180000"/>
            <a:ext cx="9070560" cy="52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Регистрация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165960" y="134280"/>
            <a:ext cx="9013320" cy="526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namespace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WpfApp1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///</a:t>
            </a:r>
            <a:r>
              <a:rPr b="0" lang="ru-RU" sz="500" spc="-1" strike="noStrike">
                <a:solidFill>
                  <a:srgbClr val="008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&lt;summary&gt;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///</a:t>
            </a:r>
            <a:r>
              <a:rPr b="0" lang="ru-RU" sz="500" spc="-1" strike="noStrike">
                <a:solidFill>
                  <a:srgbClr val="008000"/>
                </a:solidFill>
                <a:latin typeface="Cascadia Mono"/>
                <a:ea typeface="Cascadia Mono"/>
              </a:rPr>
              <a:t> Логика взаимодействия для RegistrationForm.xaml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///</a:t>
            </a:r>
            <a:r>
              <a:rPr b="0" lang="ru-RU" sz="500" spc="-1" strike="noStrike">
                <a:solidFill>
                  <a:srgbClr val="008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&lt;/summary&gt;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public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partial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class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2b91af"/>
                </a:solidFill>
                <a:latin typeface="Cascadia Mono"/>
                <a:ea typeface="Cascadia Mono"/>
              </a:rPr>
              <a:t>RegistrationForm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: Window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public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2b91af"/>
                </a:solidFill>
                <a:latin typeface="Cascadia Mono"/>
                <a:ea typeface="Cascadia Mono"/>
              </a:rPr>
              <a:t>RegistrationForm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InitializeComponent();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Button_Click(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object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sender, RoutedEventArgs e)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(Log.Text != </a:t>
            </a:r>
            <a:r>
              <a:rPr b="0" lang="ru-RU" sz="5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Pass.Text != </a:t>
            </a:r>
            <a:r>
              <a:rPr b="0" lang="ru-RU" sz="5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Fname.Text != </a:t>
            </a:r>
            <a:r>
              <a:rPr b="0" lang="ru-RU" sz="5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Sname.Text != </a:t>
            </a:r>
            <a:r>
              <a:rPr b="0" lang="ru-RU" sz="5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isTeach.SelectedIndex != -1)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bool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teach;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(isTeach.SelectedIndex == 1) teach 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teach 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false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Users user 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Users { Login = Log.Text, Password = Pass.Text, Name = Fname.Text, Surname = Sname.Text, isTeacher =  teach};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Registration(user);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this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.Close();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MessageBox.Show(</a:t>
            </a:r>
            <a:r>
              <a:rPr b="0" lang="ru-RU" sz="5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"Введите все данные"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</a:t>
            </a:r>
            <a:r>
              <a:rPr b="0" lang="ru-RU" sz="5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"Ошибка"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MessageBoxButton.OK, MessageBoxImage.Error);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       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async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static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Registration(Users user)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using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(TestSystemEntities db 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TestSystemEntities())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await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from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db.Users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where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s.Login == user.Login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select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s).FirstOrDefaultAsync() ==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db.Users.Add(user);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await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db.SaveChangesAsync();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MessageBox.Show(</a:t>
            </a:r>
            <a:r>
              <a:rPr b="0" lang="ru-RU" sz="5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"Такой логин уже существует"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</a:t>
            </a:r>
            <a:r>
              <a:rPr b="0" lang="ru-RU" sz="5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"Ошибка"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MessageBoxButton.OK, MessageBoxImage.Error);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540000" y="-360000"/>
            <a:ext cx="9070560" cy="124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Основное окно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180000" y="180000"/>
            <a:ext cx="4596480" cy="50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namespace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WpfApp1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///</a:t>
            </a:r>
            <a:r>
              <a:rPr b="0" lang="ru-RU" sz="500" spc="-1" strike="noStrike">
                <a:solidFill>
                  <a:srgbClr val="008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&lt;summary&gt;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///</a:t>
            </a:r>
            <a:r>
              <a:rPr b="0" lang="ru-RU" sz="500" spc="-1" strike="noStrike">
                <a:solidFill>
                  <a:srgbClr val="008000"/>
                </a:solidFill>
                <a:latin typeface="Cascadia Mono"/>
                <a:ea typeface="Cascadia Mono"/>
              </a:rPr>
              <a:t> Логика взаимодействия для BaseWindow.xaml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///</a:t>
            </a:r>
            <a:r>
              <a:rPr b="0" lang="ru-RU" sz="500" spc="-1" strike="noStrike">
                <a:solidFill>
                  <a:srgbClr val="008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&lt;/summary&gt;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public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partial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class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2b91af"/>
                </a:solidFill>
                <a:latin typeface="Cascadia Mono"/>
                <a:ea typeface="Cascadia Mono"/>
              </a:rPr>
              <a:t>BaseWindow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: Window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Users user 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Users();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public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2b91af"/>
                </a:solidFill>
                <a:latin typeface="Cascadia Mono"/>
                <a:ea typeface="Cascadia Mono"/>
              </a:rPr>
              <a:t>BaseWindow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(Users _user)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InitializeComponent();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user = _user;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_name.Content = user.Name;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_surname.Content = user.Surname;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(user.isTeacher)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_isTeacher.Content = </a:t>
            </a:r>
            <a:r>
              <a:rPr b="0" lang="ru-RU" sz="5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"Учитель"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Redact.IsEnabled 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_isTeacher.Content = </a:t>
            </a:r>
            <a:r>
              <a:rPr b="0" lang="ru-RU" sz="5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"Ученик"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ExitButton_Click(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object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sender, RoutedEventArgs e)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 window 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MainWindow();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window.Show();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this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.Close();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Testing_Click(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object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sender, RoutedEventArgs e)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 window 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Testing(user);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window.Show();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this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.Close();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Results_Click(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object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sender, RoutedEventArgs e)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 window 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Results(user);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window.Show();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this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.Close();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Redact_Click(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object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sender, RoutedEventArgs e)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 window 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Redacting(user);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window.Show();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this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.Close();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504000" y="-360000"/>
            <a:ext cx="9070560" cy="124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Тестирование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>
            <a:off x="349920" y="360000"/>
            <a:ext cx="6489360" cy="48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namespace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WpfApp1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///</a:t>
            </a:r>
            <a:r>
              <a:rPr b="0" lang="ru-RU" sz="500" spc="-1" strike="noStrike">
                <a:solidFill>
                  <a:srgbClr val="008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&lt;summary&gt;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///</a:t>
            </a:r>
            <a:r>
              <a:rPr b="0" lang="ru-RU" sz="500" spc="-1" strike="noStrike">
                <a:solidFill>
                  <a:srgbClr val="008000"/>
                </a:solidFill>
                <a:latin typeface="Cascadia Mono"/>
                <a:ea typeface="Cascadia Mono"/>
              </a:rPr>
              <a:t> Логика взаимодействия для Testing.xaml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///</a:t>
            </a:r>
            <a:r>
              <a:rPr b="0" lang="ru-RU" sz="500" spc="-1" strike="noStrike">
                <a:solidFill>
                  <a:srgbClr val="008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&lt;/summary&gt;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public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partial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class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2b91af"/>
                </a:solidFill>
                <a:latin typeface="Cascadia Mono"/>
                <a:ea typeface="Cascadia Mono"/>
              </a:rPr>
              <a:t>Testing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: Window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List&lt;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&gt; testsName 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List&lt;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&gt;();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Users user 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Users();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public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2b91af"/>
                </a:solidFill>
                <a:latin typeface="Cascadia Mono"/>
                <a:ea typeface="Cascadia Mono"/>
              </a:rPr>
              <a:t>Testing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(Users _user)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InitializeComponent();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user = _user;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_name.Content = user.Name;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_surname.Content = user.Surname;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(user.isTeacher)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_isTeacher.Content = </a:t>
            </a:r>
            <a:r>
              <a:rPr b="0" lang="ru-RU" sz="5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"Учитель"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_isTeacher.Content = </a:t>
            </a:r>
            <a:r>
              <a:rPr b="0" lang="ru-RU" sz="5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"Ученик"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GetTests();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(var k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testsName)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Tests.Items.Add(k);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Exit_Click(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object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sender, RoutedEventArgs e)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 window 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BaseWindow(user);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window.Show();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this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.Close();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GetTests()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using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(TestSystemEntities db 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TestSystemEntities())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(var k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from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db.Tests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select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s.TestName)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testsName.Add(k);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Tests FindTest(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testName)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using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(TestSystemEntities db 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TestSystemEntities())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return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from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db.Tests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where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s.TestName == testName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select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s).FirstOrDefault();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StartTest_Click(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object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sender, RoutedEventArgs e)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(Tests.SelectedIndex != -1)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 window = </a:t>
            </a: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Test(user, FindTest(Tests.SelectedItem.ToString()));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window.Show();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this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.Close();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MessageBox.Show(</a:t>
            </a:r>
            <a:r>
              <a:rPr b="0" lang="ru-RU" sz="5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"Выберите тест"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</a:t>
            </a:r>
            <a:r>
              <a:rPr b="0" lang="ru-RU" sz="5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"Ошибка"</a:t>
            </a: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,MessageBoxButton.OK, MessageBoxImage.Error);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5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"/>
          <p:cNvSpPr/>
          <p:nvPr/>
        </p:nvSpPr>
        <p:spPr>
          <a:xfrm>
            <a:off x="180000" y="157680"/>
            <a:ext cx="3239280" cy="542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namespace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WpfApp1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///</a:t>
            </a:r>
            <a:r>
              <a:rPr b="0" lang="ru-RU" sz="300" spc="-1" strike="noStrike">
                <a:solidFill>
                  <a:srgbClr val="008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&lt;summary&gt;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///</a:t>
            </a:r>
            <a:r>
              <a:rPr b="0" lang="ru-RU" sz="300" spc="-1" strike="noStrike">
                <a:solidFill>
                  <a:srgbClr val="008000"/>
                </a:solidFill>
                <a:latin typeface="Cascadia Mono"/>
                <a:ea typeface="Cascadia Mono"/>
              </a:rPr>
              <a:t> Логика взаимодействия для Test.xaml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///</a:t>
            </a:r>
            <a:r>
              <a:rPr b="0" lang="ru-RU" sz="300" spc="-1" strike="noStrike">
                <a:solidFill>
                  <a:srgbClr val="008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&lt;/summary&gt;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public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partial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class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2b91af"/>
                </a:solidFill>
                <a:latin typeface="Cascadia Mono"/>
                <a:ea typeface="Cascadia Mono"/>
              </a:rPr>
              <a:t>Test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: Window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Users user; 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Tests test;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userAnswers;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public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2b91af"/>
                </a:solidFill>
                <a:latin typeface="Cascadia Mono"/>
                <a:ea typeface="Cascadia Mono"/>
              </a:rPr>
              <a:t>Test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(Users _user, Tests _test)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InitializeComponent();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user = _user;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 = _test;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_name.Content = user.Name;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_surname.Content = user.Surname;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(user.isTeacher)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_isTeacher.Content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"Учитель"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_isTeacher.Content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"Ученик"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using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(TestSystemEntities db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TestSystemEntities())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qLine = 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from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db.Tests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join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db.Questions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s.QuestionsID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equals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b.ID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where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s.ID == test.ID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select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b.QustionsLine).FirstOrDefault();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[] qLines = qLine.Split(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{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";;"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}, StringSplitOptions.None);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List&lt;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&gt; questionTexts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List&lt;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&gt;();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List&lt;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&gt; answersTexts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List&lt;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&gt; 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userAnswers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[qLines.Length];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ansTypes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[qLines.Length];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i = 0; i &lt; qLines.Length; i++)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var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tmp = Convert.ToInt32(qLines[i]);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questionTexts.Add((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from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x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db.Question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where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x.ID == tmp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select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x.QuestionText).FirstOrDefault());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answersTexts.Add((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from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x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db.Question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where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x.ID == tmp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select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x.AllAnswers).FirstOrDefault());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ansTypes[i] = 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from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x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db.Question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where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x.ID == tmp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select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x.AnswerTypeID).FirstOrDefault();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"Question_{0}"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i);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Thickness(150 + (10 * (i*4)), 10,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but.Width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but.Content = (i + 1).ToString();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but.Click += (s, e) =&gt; 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Label label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Label();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label.Margin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Thickness(150, 40,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label.Name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"qLabel"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label.Content = questionTexts[Convert.ToInt32(but.Name.Remove(0, 9))];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TestGrid.Children.Remove((Label)LogicalTreeHelper.FindLogicalNode(TestGrid,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"qLabel"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"UserAnswer"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"SaveAns"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j  = 0; j &lt; 20; j++)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TestGrid.Children.Remove((RadioButton)LogicalTreeHelper.FindLogicalNode(TestGrid,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j)));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TestGrid.Children.Remove((CheckBox)LogicalTreeHelper.FindLogicalNode(TestGrid,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j)));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TestGrid.Children.Add(label);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(ansTypes[Convert.ToInt32(but.Name.Remove(0, 9))] == 1)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 textBox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Thickness(150, 70,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textBox.Width = 200;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"UserAnswer"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TestGrid.Children.Add(textBox);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AnsBut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Thickness(150, 100,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AnsBut.Width = 130;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"SaveAns"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AnsBut.Click += (As, Ae)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userAnswers[Convert.ToInt32(but.Name.Remove(0, 9))] = ((TextBox)LogicalTreeHelper.FindLogicalNode(TestGrid,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"UserAnswer"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)).Text;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TestGrid.Children.Add(AnsBut);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(ansTypes[Convert.ToInt32(but.Name.Remove(0, 9))] == 2)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CAIanswers = answersTexts[Convert.ToInt32(but.Name.Remove(0, 9))]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.Split(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{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":;:"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}, StringSplitOptions.None);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j = 0; j &lt; CAIanswers.Length; j++) 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 rbut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j +1);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Thickness(150, 70 + (10 * (j * 3)),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rbut.Width = 150;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rbut.Content = CAIanswers[j];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TestGrid.Children.Add(rbut);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3229560" y="0"/>
            <a:ext cx="3609720" cy="584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AnsBut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Thickness(150, 100 + (10 * (CAIanswers.Length - 1) * 3),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AnsBut.Width = 130;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"SaveAns"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AnsBut.Click += (As, Ae)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(var 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TestGrid.Children)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 &amp;&amp; ((RadioButton)a).IsChecked ==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 = ((RadioButton)a).Name.Remove(0, 7);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userAnswers[Convert.ToInt32(but.Name.Remove(0, 9))] = ans;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TestGrid.Children.Add(AnsBut);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(ansTypes[Convert.ToInt32(but.Name.Remove(0, 9))] == 3)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CAIanswers = answersTexts[Convert.ToInt32(but.Name.Remove(0, 9))]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.Split(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{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":;:"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}, StringSplitOptions.None);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j = 0; j &lt; CAIanswers.Length; j++)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CheckBox cbox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cbox.Name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j + 1);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cbox.Margin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Thickness(150, 70 + (10 * (j * 3)),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cbox.Width = 150;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cbox.Height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cbox.Content = CAIanswers[j];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cbox.HorizontalAlignment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cbox.VerticalAlignment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TestGrid.Children.Add(cbox);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AnsBut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Thickness(150, 100 + (10 * (CAIanswers.Length - 1) * 3),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AnsBut.Width = 130;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"SaveAns"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AnsBut.Click += (As, Ae)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(var 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TestGrid.Children)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 &amp;&amp; ((CheckBox)a).IsChecked ==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 += ((CheckBox)a).Name.Remove(0, 10) +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";;"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(ans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 = ans.Remove(ans.Length-2, 2);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userAnswers[Convert.ToInt32(but.Name.Remove(0, 9))] = ans;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TestGrid.Children.Add(AnsBut);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Exit_Click(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object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sender, RoutedEventArgs e)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 window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Testing(user);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window.Show();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this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.Close();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EndTest_Click(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object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sender, RoutedEventArgs e)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using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(TestSystemEntities db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TestSystemEntities())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qLine = 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from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db.Tests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join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db.Questions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s.QuestionsID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equals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b.ID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where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s.ID == test.ID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select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b.QustionsLine).FirstOrDefault();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qLines = qLine.Split(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{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";;"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}, StringSplitOptions.None);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corrAns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[qLines.Length];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i = 0; i &lt; qLines.Length; i++)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var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tmp = Convert.ToInt32(qLines[i]);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corrAns[i] = 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from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db.Question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where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s.ID == tmp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select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s.AnswerLine).FirstOrDefault();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corrAns[i] = corrAns[i].Trim();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correctCount = 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i = 0;i &lt; corrAns.Length; i++)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(userAnswers[i] == corrAns[i])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correctCount++;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 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db.CompletedTests.Add(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CompletedTests { UserCompID = user.ID, TestCompID = test.ID, Result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.Format(correctCount +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 / 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+ qLines.Length)});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db.SaveChanges();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 window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BaseWindow(user);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window.Show();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this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.Close();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-3420000" y="-529560"/>
            <a:ext cx="9070560" cy="124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Создание теста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180000" y="330120"/>
            <a:ext cx="3724200" cy="38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namespace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WpfApp1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///</a:t>
            </a:r>
            <a:r>
              <a:rPr b="0" lang="ru-RU" sz="300" spc="-1" strike="noStrike">
                <a:solidFill>
                  <a:srgbClr val="008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&lt;summary&gt;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///</a:t>
            </a:r>
            <a:r>
              <a:rPr b="0" lang="ru-RU" sz="300" spc="-1" strike="noStrike">
                <a:solidFill>
                  <a:srgbClr val="008000"/>
                </a:solidFill>
                <a:latin typeface="Cascadia Mono"/>
                <a:ea typeface="Cascadia Mono"/>
              </a:rPr>
              <a:t> Логика взаимодействия для NewTest.xaml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///</a:t>
            </a:r>
            <a:r>
              <a:rPr b="0" lang="ru-RU" sz="300" spc="-1" strike="noStrike">
                <a:solidFill>
                  <a:srgbClr val="008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&lt;/summary&gt;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public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partial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class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2b91af"/>
                </a:solidFill>
                <a:latin typeface="Cascadia Mono"/>
                <a:ea typeface="Cascadia Mono"/>
              </a:rPr>
              <a:t>NewTest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: Window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Users user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Users();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public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2b91af"/>
                </a:solidFill>
                <a:latin typeface="Cascadia Mono"/>
                <a:ea typeface="Cascadia Mono"/>
              </a:rPr>
              <a:t>NewTest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(Users _user)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InitializeComponent();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user = _user;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List&lt;Question&gt; questionList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List&lt;Question&gt;();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AddQuest_Click(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object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sender, RoutedEventArgs e)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RemoveAll();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 + (12 *(questionList.Count * 3)), 38,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"Question_{0}"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questionList.Count);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button.Content = questionList.Count + 1;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button.Width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false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button.Click += (Qs, Qe)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RemoveAll();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AddButton.IsEnabled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Label label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Label();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label.Margin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65,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label.Name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"qLabel"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label.Content = questionList[Convert.ToInt32(button.Name.Remove(0, 9))].QuestionText;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TestGrid.Children.Add(label);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(questionList[Convert.ToInt32(button.Name.Remove(0, 9))].AnswerTypeID == 1)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 textBoxA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textBoxA.Width = 200;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"AnswerLine"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(questionList[Convert.ToInt32(button.Name.Remove(0, 9))].AnswerLine ==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|| questionList[Convert.ToInt32(button.Name.Remove(0, 9))].AnswerLine ==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"Введите сюда правильный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textBoxA.Text = questionList[Convert.ToInt32(button.Name.Remove(0, 9))].AnswerLine;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textBoxA.PreviewTextInput += (Ts, Te)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(textBoxA.Text ==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"Введите сюда правильный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TestGrid.Children.Add(textBoxA);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buttonSA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Thickness(360,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"SaveAnswer"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buttonSA.Width = 120;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buttonSA.Click += (SAs, SAe)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questionList[Convert.ToInt32(button.Name.Remove(0, 9))].AnswerLine = 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((TextBox)LogicalTreeHelper.FindLogicalNode(TestGrid,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"AnswerLine"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)).Text;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RemoveAll();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TestGrid.Children.Add(buttonSA);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3780000" y="-10080"/>
            <a:ext cx="3450960" cy="57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(questionList[Convert.ToInt32(button.Name.Remove(0, 9))].AnswerTypeID == 2)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(questionList[Convert.ToInt32(button.Name.Remove(0, 9))].AnswerLine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questionList[Convert.ToInt32(button.Name.Remove(0, 9))].AnswerLine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CAIanswers = questionList[Convert.ToInt32(button.Name.Remove(0, 9))].AllAnswers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.Split(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{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":;:"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}, StringSplitOptions.None);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j = 0; j &lt; CAIanswers.Length; j++)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 rbut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j + 1);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(rbut.Name ==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questionList[Convert.ToInt32(button.Name.Remove(0, 9))].AnswerLine))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rbut.IsChecked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Thickness(150, 90 + (10 * (j * 2)),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rbut.Width = 150;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rbut.Content = CAIanswers[j];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TestGrid.Children.Add(rbut);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answersCount = CAIanswers.Length;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buttonM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90 + (answersCount * 2*10),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"MinusOption"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"-"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buttonP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90 + (answersCount * 2 * 10),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"PlusOption"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"+"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buttonP.Click += (Ps, Pe)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false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answersCount++;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 radioButton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radioButton.Width = 100;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TestGrid.Children.Add(radioButton);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 textBoxAT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Thickness(radioButton.Margin.Left + 20,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textBoxAT.Width = 200;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textBoxAT.Height = 15;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TestGrid.Children.Add(textBoxAT);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Thickness(385,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SA.Width = 80;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SA.Click += (r, t)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((RadioButton)LogicalTreeHelper.FindLogicalNode(TestGrid,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answersCount))).Content =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buttonM.Click += (Ms, Me)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(buttonM.Margin.Top &gt; 90)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TestGrid.Children.Remove((RadioButton)LogicalTreeHelper.FindLogicalNode(TestGrid,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answersCount--;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TestGrid.Children.Add(buttonP);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TestGrid.Children.Add(buttonM);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saveCorrAns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Thickness(500,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"SaveAnswer"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saveCorrAns.Width = 120;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6840000" y="180000"/>
            <a:ext cx="3238560" cy="535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</a:rPr>
              <a:t>saveCorrAns.Click += (SAs, SAe)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(var 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TestGrid.Children)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+= ((RadioButton)a).Content +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":;:"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 &amp;&amp; ((RadioButton)a).IsChecked ==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 = ((RadioButton)a).Name.Remove(0, 7);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(ansText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ansText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= ansText.Remove(ansText.Length - 3, 3);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questionList[Convert.ToInt32(button.Name.Remove(0, 9))].AnswerLine = ans;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questionList[Convert.ToInt32(button.Name.Remove(0, 9))].AllAnswers = ansText;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RemoveAll();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TestGrid.Children.Add(saveCorrAns);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answersCount = 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buttonM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"MinusOption"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"-"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buttonP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"PlusOption"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"+"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buttonP.Click += (Ps, Pe)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false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answersCount++;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 radioButton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radioButton.Width = 100;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TestGrid.Children.Add(radioButton);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 textBoxAT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Thickness(radioButton.Margin.Left + 20,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textBoxAT.Width = 200;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textBoxAT.Height = 15;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TestGrid.Children.Add(textBoxAT);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Thickness(385,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SA.Width = 80;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SA.Click += (r, t)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((RadioButton)LogicalTreeHelper.FindLogicalNode(TestGrid,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answersCount))).Content =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buttonM.Click += (Ms, Me)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(buttonM.Margin.Top != 90)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TestGrid.Children.Remove((RadioButton)LogicalTreeHelper.FindLogicalNode(TestGrid,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answersCount--;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TestGrid.Children.Add(buttonP);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TestGrid.Children.Add(buttonM);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saveCorrAns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Thickness(500,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"SaveAnswer"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"/>
          <p:cNvSpPr/>
          <p:nvPr/>
        </p:nvSpPr>
        <p:spPr>
          <a:xfrm>
            <a:off x="0" y="0"/>
            <a:ext cx="3073320" cy="544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saveCorrAns.Width = 120;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saveCorrAns.Click += (SAs, SAe)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(var 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TestGrid.Children)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+= ((RadioButton)a).Content +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":;:"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 &amp;&amp; ((RadioButton)a).IsChecked ==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 = ((RadioButton)a).Name.Remove(0, 7);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(ansText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ansText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= ansText.Remove(ansText.Length - 3, 3);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questionList[Convert.ToInt32(button.Name.Remove(0, 9))].AnswerLine = ans;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questionList[Convert.ToInt32(button.Name.Remove(0, 9))].AllAnswers = ansText;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RemoveAll();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TestGrid.Children.Add(saveCorrAns);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(questionList[Convert.ToInt32(button.Name.Remove(0, 9))].AnswerTypeID == 3)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(questionList[Convert.ToInt32(button.Name.Remove(0, 9))].AnswerLine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questionList[Convert.ToInt32(button.Name.Remove(0, 9))].AnswerLine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CAIanswers = questionList[Convert.ToInt32(button.Name.Remove(0, 9))].AllAnswers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.Split(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{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":;:"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}, StringSplitOptions.None);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Canswers = questionList[Convert.ToInt32(button.Name.Remove(0, 9))].AnswerLine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.Split(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{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";;"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}, StringSplitOptions.None);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j = 0; j &lt; CAIanswers.Length; j++)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CheckBox rbut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answers = 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j + 1);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(Canswers.Contains((j+1).ToString()))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rbut.IsChecked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Thickness(150, 90 + (10 * (j * 2)),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rbut.Width = 150;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rbut.Content = CAIanswers[j];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TestGrid.Children.Add(rbut);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answersCount = CAIanswers.Length;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buttonM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90 + (answersCount * 2 * 10),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"MinusOption"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"-"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buttonP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90 + (answersCount * 2 * 10),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"PlusOption"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"+"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buttonP.Click += (Ps, Pe)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false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answersCount++;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CheckBox radioButton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radioButton.Width = 100;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TestGrid.Children.Add(radioButton);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 textBoxAT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Thickness(radioButton.Margin.Left + 20,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textBoxAT.Width = 200;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textBoxAT.Height = 15;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TestGrid.Children.Add(textBoxAT);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Thickness(385,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SA.Width = 80;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SA.Click += (r, t)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((CheckBox)LogicalTreeHelper.FindLogicalNode(TestGrid,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answersCount))).Content =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3046320" y="134280"/>
            <a:ext cx="3073320" cy="544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buttonM.Click += (Ms, Me)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(buttonM.Margin.Top &gt; 90)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TestGrid.Children.Remove((CheckBox)LogicalTreeHelper.FindLogicalNode(TestGrid,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answersCount--;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TestGrid.Children.Add(buttonP);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TestGrid.Children.Add(buttonM);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saveCorrAns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Thickness(500,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"SaveAnswer"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saveCorrAns.Width = 120;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saveCorrAns.Click += (SAs, SAe)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(var 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TestGrid.Children)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+= ((CheckBox)a).Content +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":;:"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 &amp;&amp; ((CheckBox)a).IsChecked ==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 += ((CheckBox)a).Name.Remove(0, 10) +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";;"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(ansText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ansText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= ansText.Remove(ansText.Length - 3, 3);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(ans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ans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 = ans.Remove(ans.Length - 2, 2);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questionList[Convert.ToInt32(button.Name.Remove(0, 9))].AnswerLine = ans;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questionList[Convert.ToInt32(button.Name.Remove(0, 9))].AllAnswers = ansText;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RemoveAll();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TestGrid.Children.Add(saveCorrAns);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answersCount = 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buttonM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"MinusOption"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"-"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buttonP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"PlusOption"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"+"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buttonP.Click += (Ps, Pe)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false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answersCount++;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CheckBox radioButton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radioButton.Width = 100;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TestGrid.Children.Add(radioButton);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 textBoxAT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Thickness(radioButton.Margin.Left + 20,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textBoxAT.Width = 200;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textBoxAT.Height = 15;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TestGrid.Children.Add(textBoxAT);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Thickness(385,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SA.Width = 80;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6120000" y="134280"/>
            <a:ext cx="3219840" cy="540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</a:rPr>
              <a:t>SA.Click += (r, t)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((CheckBox)LogicalTreeHelper.FindLogicalNode(TestGrid,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answersCount))).Content =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buttonM.Click += (Ms, Me)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(buttonM.Margin.Top != 90)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TestGrid.Children.Remove((CheckBox)LogicalTreeHelper.FindLogicalNode(TestGrid,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answersCount--;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TestGrid.Children.Add(buttonP);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TestGrid.Children.Add(buttonM);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saveCorrAns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Thickness(500,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"SaveAnswer"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saveCorrAns.Width = 120;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saveCorrAns.Click += (SAs, SAe)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(var 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TestGrid.Children)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+= ((CheckBox)a).Content +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":;:"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 &amp;&amp; ((CheckBox)a).IsChecked ==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 += ((CheckBox)a).Name.Remove(0, 10) +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";;"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(ansText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ansText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= ansText.Remove(ansText.Length - 3, 3);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(ans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ans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 = ans.Remove(ans.Length - 2, 2);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questionList[Convert.ToInt32(button.Name.Remove(0, 9))].AnswerLine = ans;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questionList[Convert.ToInt32(button.Name.Remove(0, 9))].AllAnswers = ansText;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RemoveAll();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TestGrid.Children.Add(saveCorrAns);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AddButton.IsEnabled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false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 textBox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70,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textBox.Width = 200;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"QuestionText"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"Введите сюда вопрос"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textBox.PreviewTextInput += (Ts, Te)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(textBox.Text ==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"Введите сюда вопрос"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TestGrid.Children.Add(textBox);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button1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button1.Margin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Thickness(360, 70,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button1.Name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"SaveQuestionArgs"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button1.Content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 вопрос"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button1.Width = 120;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button1.Height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button1.HorizontalAlignment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button1.VerticalAlignment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TestGrid.Children.Add(button1);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questionText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ansType = 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button1.Click += (Qs, Qe) =&gt; 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questionText = ((TextBox)LogicalTreeHelper.FindLogicalNode(TestGrid,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"QuestionText"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)).Text;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"QuestionText"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"SaveQuestionArgs"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ComboBox comboBox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ComboBox();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comboBox.Margin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70,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comboBox.Width = 200;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comboBox.Height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comboBox.Items.Add(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"Ответ - Строка"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comboBox.Items.Add(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"Ответ - Один из вариантов"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comboBox.Items.Add(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"Ответ - Несколько вариантов"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comboBox.Name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"AnswerTypeCB"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"/>
          <p:cNvSpPr/>
          <p:nvPr/>
        </p:nvSpPr>
        <p:spPr>
          <a:xfrm>
            <a:off x="180000" y="45000"/>
            <a:ext cx="9223560" cy="56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</a:rPr>
              <a:t>comboBox.HorizontalAlignment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</a:rPr>
              <a:t>comboBox.VerticalAlignment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</a:rPr>
              <a:t>TestGrid.Children.Add(comboBox);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button2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button2.Margin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Thickness(360, 70,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button2.Name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"SaveQuestionArgs"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button2.Content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 вопрос"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button2.Width = 120;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button2.Height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button2.HorizontalAlignment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button2.VerticalAlignment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TestGrid.Children.Add(button2);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button2.Click += (ATs, ATe)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ansType = ((ComboBox)LogicalTreeHelper.FindLogicalNode(TestGrid,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"AnswerTypeCB"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)).SelectedIndex + 1;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questionList.Add(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Question { QuestionText = questionText, AnswerTypeID = ansType });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AddButton.IsEnabled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"SaveQuestionArgs"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TestGrid.Children.Remove((ComboBox)LogicalTreeHelper.FindLogicalNode(TestGrid,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"AnswerTypeCB"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textBox_PreviewTextInput(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object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sender, TextCompositionEventArgs e)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(!Char.IsDigit(e.Text, 0))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e.Handled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RemoveAll()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"SaveQuestionArgs"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"Question_{0}"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questionList.Count)));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TestGrid.Children.Remove((ComboBox)LogicalTreeHelper.FindLogicalNode(TestGrid,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"AnswerTypeCB"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TestGrid.Children.Remove((Label)LogicalTreeHelper.FindLogicalNode(TestGrid,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"qLabel"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"AnswerLine"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"QuestionText"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"SaveAnswer"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"PlusOption"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"MinusOption"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j = 0; j &lt; 20; j++)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TestGrid.Children.Remove((RadioButton)LogicalTreeHelper.FindLogicalNode(TestGrid,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j)));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TestGrid.Children.Remove((CheckBox)LogicalTreeHelper.FindLogicalNode(TestGrid,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j)));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j)));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DelButton_Click(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object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sender, RoutedEventArgs e)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(questionList.Count != 0)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questionList.RemoveAt(questionList.Count - 1);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"Question_{0}"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questionList.Count)));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Exit_Click(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object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sender, RoutedEventArgs e)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 window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Redacting(user);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window.Show();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this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.Close();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Create_Click(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object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sender, RoutedEventArgs e)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(questionList.Count &gt; 0)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using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(TestSystemEntities db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TestSystemEntities())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questionsLine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 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questionList)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db.Question.Add(a);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db.SaveChanges();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 b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db.Question)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== b)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questionsLine += (b.ID +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";;"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).ToString();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from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db.Tests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where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s.TestName == testName.Text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select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s)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MessageBox.Show(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"Такое название уже существует!!!"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"Ошибка"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MessageBoxButton.OK, MessageBoxImage.Error);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questionsLine = questionsLine.Remove(questionsLine.Length - 2, 2);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db.Questions.Add(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Questions { QustionsLine = questionsLine });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db.Tests.Add(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Tests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TestName = testName.Text,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QuestionsID = 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from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db.Questions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where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s.QustionsLine == questionsLine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select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s.ID).FirstOrDefault()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db.SaveChanges();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 window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Redacting(user);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window.Show();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this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.Close();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MessageBox.Show(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"Создайте хотя бы один вопрос"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"Ошибка"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MessageBoxButton.OK, MessageBoxImage.Error);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-3312000" y="-40644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Редактирование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55440" y="214560"/>
            <a:ext cx="4084200" cy="500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namespace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WpfApp1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///</a:t>
            </a:r>
            <a:r>
              <a:rPr b="0" lang="ru-RU" sz="300" spc="-1" strike="noStrike">
                <a:solidFill>
                  <a:srgbClr val="008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&lt;summary&gt;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///</a:t>
            </a:r>
            <a:r>
              <a:rPr b="0" lang="ru-RU" sz="300" spc="-1" strike="noStrike">
                <a:solidFill>
                  <a:srgbClr val="008000"/>
                </a:solidFill>
                <a:latin typeface="Cascadia Mono"/>
                <a:ea typeface="Cascadia Mono"/>
              </a:rPr>
              <a:t> Логика взаимодействия для RedactTest.xaml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///</a:t>
            </a:r>
            <a:r>
              <a:rPr b="0" lang="ru-RU" sz="300" spc="-1" strike="noStrike">
                <a:solidFill>
                  <a:srgbClr val="008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808080"/>
                </a:solidFill>
                <a:latin typeface="Cascadia Mono"/>
                <a:ea typeface="Cascadia Mono"/>
              </a:rPr>
              <a:t>&lt;/summary&gt;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public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partial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class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2b91af"/>
                </a:solidFill>
                <a:latin typeface="Cascadia Mono"/>
                <a:ea typeface="Cascadia Mono"/>
              </a:rPr>
              <a:t>RedactTest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: Window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Users user;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Tests test;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List&lt;Question&gt; questionList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List&lt;Question&gt;();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public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2b91af"/>
                </a:solidFill>
                <a:latin typeface="Cascadia Mono"/>
                <a:ea typeface="Cascadia Mono"/>
              </a:rPr>
              <a:t>RedactTest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(Users _user, Tests _test)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InitializeComponent();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user = _user;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 = _test;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using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(TestSystemEntities db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TestSystemEntities())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questionsLine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(Tests t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db.Tests)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(test.ID== t.ID)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 questionsLine = t.Questions.QustionsLine.Trim();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break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 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[]questionsID =  questionsLine.Split(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{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";;"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}, StringSplitOptions.None);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q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questionsID)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 q2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db.Question)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(q2.ID.ToString() == q.Trim())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(q2.AnswerTypeID != 1)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questionList.Add(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Question { QuestionText = q2.QuestionText.Trim(), AllAnswers = q2.AllAnswers, AnswerLine = q2.AnswerLine.Trim(), AnswerTypeID = q2.AnswerTypeID });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questionList.Add(q2);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	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i = 0; i &lt; questionList.Count; i++)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"Question_{0}"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i);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 + (10 * (i * 4)), 38,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but.Width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but.Content = (i + 1).ToString();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but.Click += (Qs, Qe)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RemoveAll();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AddButton.IsEnabled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Label label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Label();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label.Margin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65,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label.Name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"qLabel"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label.Content = questionList[Convert.ToInt32(but.Name.Remove(0, 9))].QuestionText;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TestGrid.Children.Add(label);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(questionList[Convert.ToInt32(but.Name.Remove(0, 9))].AnswerTypeID == 1)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 textBoxA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textBoxA.Width = 200;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"AnswerLine"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(questionList[Convert.ToInt32(but.Name.Remove(0, 9))].AnswerLine ==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|| questionList[Convert.ToInt32(but.Name.Remove(0, 9))].AnswerLine ==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"Введите сюда правильный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textBoxA.Text = questionList[Convert.ToInt32(but.Name.Remove(0, 9))].AnswerLine;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textBoxA.PreviewTextInput += (Ts, Te)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(textBoxA.Text ==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"Введите сюда правильный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TestGrid.Children.Add(textBoxA);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buttonSA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Thickness(360,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"SaveAnswer"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buttonSA.Width = 120;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buttonSA.Click += (SAs, SAe)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questionList[Convert.ToInt32(but.Name.Remove(0, 9))].AnswerLine =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((TextBox)LogicalTreeHelper.FindLogicalNode(TestGrid,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"AnswerLine"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)).Text;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RemoveAll();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3960000" y="-900000"/>
            <a:ext cx="3256200" cy="673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</a:rPr>
              <a:t>TestGrid.Children.Add(buttonSA);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(questionList[Convert.ToInt32(but.Name.Remove(0, 9))].AnswerTypeID == 2)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(questionList[Convert.ToInt32(but.Name.Remove(0, 9))].AnswerLine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questionList[Convert.ToInt32(but.Name.Remove(0, 9))].AnswerLine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CAIanswers = questionList[Convert.ToInt32(but.Name.Remove(0, 9))].AllAnswers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.Split(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{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":;:"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}, StringSplitOptions.None);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j = 0; j &lt; CAIanswers.Length; j++)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 rbut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j + 1);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(rbut.Name ==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questionList[Convert.ToInt32(but.Name.Remove(0, 9))].AnswerLine.Trim()))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rbut.IsChecked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Thickness(150, 90 + (10 * (j * 2)),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rbut.Width = 150;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rbut.Content = CAIanswers[j];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TestGrid.Children.Add(rbut);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answersCount = CAIanswers.Length;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buttonM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90 + (answersCount * 2 * 10),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"MinusOption"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"-"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buttonP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90 + (answersCount * 2 * 10),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"PlusOption"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"+"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buttonP.Click += (Ps, Pe)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false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answersCount++;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 radioButton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radioButton.Width = 100;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TestGrid.Children.Add(radioButton);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 textBoxAT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Thickness(radioButton.Margin.Left + 20,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textBoxAT.Width = 200;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textBoxAT.Height = 15;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TestGrid.Children.Add(textBoxAT);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Thickness(385,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SA.Width = 80;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SA.Click += (r, t)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((RadioButton)LogicalTreeHelper.FindLogicalNode(TestGrid,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answersCount))).Content =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buttonM.Click += (Ms, Me)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(buttonM.Margin.Top &gt; 90)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TestGrid.Children.Remove((RadioButton)LogicalTreeHelper.FindLogicalNode(TestGrid,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answersCount--;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TestGrid.Children.Add(buttonP);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TestGrid.Children.Add(buttonM);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saveCorrAns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Thickness(500,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"SaveAnswer"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saveCorrAns.Width = 120;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saveCorrAns.Click += (SAs, SAe)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(var 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TestGrid.Children)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+= ((RadioButton)a).Content +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":;:"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 &amp;&amp; ((RadioButton)a).IsChecked ==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 = ((RadioButton)a).Name.Remove(0, 7);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(ansText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ansText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= ansText.Remove(ansText.Length - 3, 3);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questionList[Convert.ToInt32(but.Name.Remove(0, 9))].AnswerLine = ans;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questionList[Convert.ToInt32(but.Name.Remove(0, 9))].AllAnswers = ansText;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RemoveAll();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TestGrid.Children.Add(saveCorrAns);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7020000" y="0"/>
            <a:ext cx="3211920" cy="56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</a:rPr>
              <a:t>else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answersCount = 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buttonM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"MinusOption"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"-"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buttonP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"PlusOption"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"+"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buttonP.Click += (Ps, Pe)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false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answersCount++;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 radioButton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radioButton.Width = 100;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TestGrid.Children.Add(radioButton);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 textBoxAT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Thickness(radioButton.Margin.Left + 20,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textBoxAT.Width = 200;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textBoxAT.Height = 15;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TestGrid.Children.Add(textBoxAT);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Thickness(385,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SA.Width = 80;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SA.Click += (r, t)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((RadioButton)LogicalTreeHelper.FindLogicalNode(TestGrid,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answersCount))).Content =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buttonM.Click += (Ms, Me)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(buttonM.Margin.Top != 90)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TestGrid.Children.Remove((RadioButton)LogicalTreeHelper.FindLogicalNode(TestGrid,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answersCount--;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TestGrid.Children.Add(buttonP);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TestGrid.Children.Add(buttonM);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saveCorrAns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Thickness(500,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"SaveAnswer"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saveCorrAns.Width = 120;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saveCorrAns.Click += (SAs, SAe)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(var 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TestGrid.Children)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+= ((RadioButton)a).Content +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":;:"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 &amp;&amp; ((RadioButton)a).IsChecked ==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 = ((RadioButton)a).Name.Remove(0, 7);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(ansText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ansText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= ansText.Remove(ansText.Length - 3, 3);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questionList[Convert.ToInt32(but.Name.Remove(0, 9))].AnswerLine = ans;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questionList[Convert.ToInt32(but.Name.Remove(0, 9))].AllAnswers = ansText;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RemoveAll();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TestGrid.Children.Add(saveCorrAns);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"/>
          <p:cNvSpPr/>
          <p:nvPr/>
        </p:nvSpPr>
        <p:spPr>
          <a:xfrm>
            <a:off x="95760" y="0"/>
            <a:ext cx="3143880" cy="57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(questionList[Convert.ToInt32(but.Name.Remove(0, 9))].AnswerTypeID == 3)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(questionList[Convert.ToInt32(but.Name.Remove(0, 9))].AnswerLine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questionList[Convert.ToInt32(but.Name.Remove(0, 9))].AnswerLine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CAIanswers = questionList[Convert.ToInt32(but.Name.Remove(0, 9))].AllAnswers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.Split(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{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":;:"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}, StringSplitOptions.None);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Canswers = questionList[Convert.ToInt32(but.Name.Remove(0, 9))].AnswerLine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.Split(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{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";;"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}, StringSplitOptions.None);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j = 0; j &lt; CAIanswers.Length; j++)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CheckBox rbut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answers =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j + 1);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(Canswers.Contains((j + 1).ToString().Trim()))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rbut.IsChecked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Thickness(150, 90 + (10 * (j * 2)),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rbut.Width = 150;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rbut.Content = CAIanswers[j];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TestGrid.Children.Add(rbut);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answersCount = CAIanswers.Length;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buttonM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90 + (answersCount * 2 * 10),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"MinusOption"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"-"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buttonP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90 + (answersCount * 2 * 10),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"PlusOption"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"+"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buttonP.Click += (Ps, Pe)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false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answersCount++;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CheckBox radioButton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radioButton.Width = 100;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TestGrid.Children.Add(radioButton);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 textBoxAT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Thickness(radioButton.Margin.Left + 20,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textBoxAT.Width = 200;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textBoxAT.Height = 15;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TestGrid.Children.Add(textBoxAT);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Thickness(385,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SA.Width = 80;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SA.Click += (r, t)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((CheckBox)LogicalTreeHelper.FindLogicalNode(TestGrid,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answersCount))).Content =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buttonM.Click += (Ms, Me)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(buttonM.Margin.Top &gt; 90)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TestGrid.Children.Remove((CheckBox)LogicalTreeHelper.FindLogicalNode(TestGrid,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answersCount--;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TestGrid.Children.Add(buttonP);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TestGrid.Children.Add(buttonM);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saveCorrAns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Thickness(500,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"SaveAnswer"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"/>
          <p:cNvSpPr/>
          <p:nvPr/>
        </p:nvSpPr>
        <p:spPr>
          <a:xfrm>
            <a:off x="3226320" y="45360"/>
            <a:ext cx="3073320" cy="56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</a:rPr>
              <a:t>saveCorrAns.Width = 120;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</a:rPr>
              <a:t>saveCorrAns.Height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</a:rPr>
              <a:t>saveCorrAns.HorizontalAlignment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</a:rPr>
              <a:t>saveCorrAns.VerticalAlignment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</a:rPr>
              <a:t>saveCorrAns.Click += (SAs, SAe)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(var 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TestGrid.Children)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+= ((CheckBox)a).Content +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":;:"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 &amp;&amp; ((CheckBox)a).IsChecked ==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 += ((CheckBox)a).Name.Remove(0, 10) +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";;"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(ansText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ansText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= ansText.Remove(ansText.Length - 3, 3);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(ans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ans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 = ans.Remove(ans.Length - 2, 2);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questionList[Convert.ToInt32(but.Name.Remove(0, 9))].AnswerLine = ans;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questionList[Convert.ToInt32(but.Name.Remove(0, 9))].AllAnswers = ansText;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RemoveAll();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TestGrid.Children.Add(saveCorrAns);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answersCount = 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buttonM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"MinusOption"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"-"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buttonP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"PlusOption"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"+"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buttonP.Click += (Ps, Pe)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false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answersCount++;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CheckBox radioButton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radioButton.Width = 100;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TestGrid.Children.Add(radioButton);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 textBoxAT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Thickness(radioButton.Margin.Left + 20,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textBoxAT.Width = 200;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textBoxAT.Height = 15;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TestGrid.Children.Add(textBoxAT);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Thickness(385,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SA.Width = 80;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SA.Click += (r, t)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((CheckBox)LogicalTreeHelper.FindLogicalNode(TestGrid,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answersCount))).Content =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buttonM.Click += (Ms, Me)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(buttonM.Margin.Top != 90)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TestGrid.Children.Remove((CheckBox)LogicalTreeHelper.FindLogicalNode(TestGrid,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answersCount--;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TestGrid.Children.Add(buttonP);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TestGrid.Children.Add(buttonM);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saveCorrAns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Thickness(500,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"SaveAnswer"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>
            <a:off x="6300000" y="-45360"/>
            <a:ext cx="3770280" cy="56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saveCorrAns.Width = 120;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saveCorrAns.Click += (SAs, SAe)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(var 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TestGrid.Children)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+= ((CheckBox)a).Content +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":;:"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 &amp;&amp; ((CheckBox)a).IsChecked ==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 += ((CheckBox)a).Name.Remove(0, 10) +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";;"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(ansText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ansText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= ansText.Remove(ansText.Length - 3, 3);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(ans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ans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 = ans.Remove(ans.Length - 2, 2);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questionList[Convert.ToInt32(but.Name.Remove(0, 9))].AnswerLine = ans;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questionList[Convert.ToInt32(but.Name.Remove(0, 9))].AllAnswers = ansText;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RemoveAll();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TestGrid.Children.Add(saveCorrAns);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AddQuest_Click(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object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sender, RoutedEventArgs e)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RemoveAll();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 + (10 * (questionList.Count * 4)), 38,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"Question_{0}"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questionList.Count);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button.Content = questionList.Count + 1;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button.Width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false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button.Click += (Qs, Qe)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RemoveAll();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AddButton.IsEnabled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Label label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Label();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label.Margin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65,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label.Name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"qLabel"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label.Content = questionList[Convert.ToInt32(button.Name.Remove(0, 9))].QuestionText;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TestGrid.Children.Add(label);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(questionList[Convert.ToInt32(button.Name.Remove(0, 9))].AnswerTypeID == 1)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 textBoxA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textBoxA.Width = 200;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"AnswerLine"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(questionList[Convert.ToInt32(button.Name.Remove(0, 9))].AnswerLine ==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|| questionList[Convert.ToInt32(button.Name.Remove(0, 9))].AnswerLine ==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"Введите сюда правильный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textBoxA.Text = questionList[Convert.ToInt32(button.Name.Remove(0, 9))].AnswerLine;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textBoxA.PreviewTextInput += (Ts, Te)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(textBoxA.Text ==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"Введите сюда правильный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textBoxA.Text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TestGrid.Children.Add(textBoxA);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buttonSA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Thickness(360,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"SaveAnswer"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buttonSA.Width = 120;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buttonSA.Click += (SAs, SAe)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questionList[Convert.ToInt32(button.Name.Remove(0, 9))].AnswerLine =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((TextBox)LogicalTreeHelper.FindLogicalNode(TestGrid,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"AnswerLine"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)).Text;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RemoveAll();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TestGrid.Children.Add(buttonSA);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(questionList[Convert.ToInt32(button.Name.Remove(0, 9))].AnswerTypeID == 2)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(questionList[Convert.ToInt32(button.Name.Remove(0, 9))].AnswerLine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questionList[Convert.ToInt32(button.Name.Remove(0, 9))].AnswerLine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CAIanswers = questionList[Convert.ToInt32(button.Name.Remove(0, 9))].AllAnswers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.Split(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{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":;:"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}, StringSplitOptions.None);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j = 0; j &lt; CAIanswers.Length; j++)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 rbut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j + 1);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(rbut.Name ==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questionList[Convert.ToInt32(button.Name.Remove(0, 9))].AnswerLine.Trim()))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"/>
          <p:cNvSpPr/>
          <p:nvPr/>
        </p:nvSpPr>
        <p:spPr>
          <a:xfrm>
            <a:off x="0" y="45360"/>
            <a:ext cx="3239640" cy="56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rbut.IsChecked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Thickness(150, 90 + (10 * (j * 2)),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rbut.Width = 150;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rbut.Content = CAIanswers[j];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TestGrid.Children.Add(rbut);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answersCount = CAIanswers.Length;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buttonM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90 + (answersCount * 2 * 10),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"MinusOption"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"-"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buttonP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90 + (answersCount * 2 * 10),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"PlusOption"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"+"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buttonP.Click += (Ps, Pe)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false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answersCount++;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 radioButton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radioButton.Width = 100;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TestGrid.Children.Add(radioButton);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 textBoxAT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Thickness(radioButton.Margin.Left + 20,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textBoxAT.Width = 200;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textBoxAT.Height = 15;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TestGrid.Children.Add(textBoxAT);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Thickness(385,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SA.Width = 80;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SA.Click += (r, t)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((RadioButton)LogicalTreeHelper.FindLogicalNode(TestGrid,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answersCount))).Content =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buttonM.Click += (Ms, Me)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(buttonM.Margin.Top &gt; 90)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TestGrid.Children.Remove((RadioButton)LogicalTreeHelper.FindLogicalNode(TestGrid,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answersCount--;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TestGrid.Children.Add(buttonP);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TestGrid.Children.Add(buttonM);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saveCorrAns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Thickness(500,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"SaveAnswer"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saveCorrAns.Width = 120;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saveCorrAns.Click += (SAs, SAe)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(var 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TestGrid.Children)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+= ((RadioButton)a).Content +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":;:"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 &amp;&amp; ((RadioButton)a).IsChecked ==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 = ((RadioButton)a).Name.Remove(0, 7);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3060000" y="45360"/>
            <a:ext cx="3073320" cy="56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(ansText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ansText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= ansText.Remove(ansText.Length - 3, 3);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questionList[Convert.ToInt32(button.Name.Remove(0, 9))].AnswerLine = ans;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questionList[Convert.ToInt32(button.Name.Remove(0, 9))].AllAnswers = ansText;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RemoveAll();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TestGrid.Children.Add(saveCorrAns);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answersCount = 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buttonM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"MinusOption"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"-"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buttonP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"PlusOption"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"+"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buttonP.Click += (Ps, Pe)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false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answersCount++;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 radioButton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radioButton.Width = 100;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TestGrid.Children.Add(radioButton);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 textBoxAT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Thickness(radioButton.Margin.Left + 20,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textBoxAT.Width = 200;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textBoxAT.Height = 15;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TestGrid.Children.Add(textBoxAT);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Thickness(385,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SA.Width = 80;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SA.Click += (r, t)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((RadioButton)LogicalTreeHelper.FindLogicalNode(TestGrid,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answersCount))).Content =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buttonM.Click += (Ms, Me)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(buttonM.Margin.Top != 90)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TestGrid.Children.Remove((RadioButton)LogicalTreeHelper.FindLogicalNode(TestGrid,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answersCount--;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TestGrid.Children.Add(buttonP);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TestGrid.Children.Add(buttonM);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saveCorrAns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Thickness(500,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"SaveAnswer"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saveCorrAns.Width = 120;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saveCorrAns.Click += (SAs, SAe)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(var 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TestGrid.Children)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+= ((RadioButton)a).Content +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":;:"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RadioButton &amp;&amp; ((RadioButton)a).IsChecked ==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 = ((RadioButton)a).Name.Remove(0, 7);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(ansText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ansText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6133680" y="89640"/>
            <a:ext cx="3073320" cy="55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</a:rPr>
              <a:t>ansText = ansText.Remove(ansText.Length - 3, 3);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</a:rPr>
              <a:t>questionList[Convert.ToInt32(button.Name.Remove(0, 9))].AnswerLine = ans;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</a:rPr>
              <a:t>questionList[Convert.ToInt32(button.Name.Remove(0, 9))].AllAnswers = ansText;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</a:rPr>
              <a:t>RemoveAll();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TestGrid.Children.Add(saveCorrAns);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(questionList[Convert.ToInt32(button.Name.Remove(0, 9))].AnswerTypeID == 3)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(questionList[Convert.ToInt32(button.Name.Remove(0, 9))].AnswerLine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questionList[Convert.ToInt32(button.Name.Remove(0, 9))].AnswerLine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CAIanswers = questionList[Convert.ToInt32(button.Name.Remove(0, 9))].AllAnswers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.Split(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{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":;:"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}, StringSplitOptions.None);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Canswers = questionList[Convert.ToInt32(button.Name.Remove(0, 9))].AnswerLine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.Split(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[] {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";;"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}, StringSplitOptions.None);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j = 0; j &lt; CAIanswers.Length; j++)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CheckBox rbut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answers =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j + 1);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(Canswers.Contains((j + 1).ToString().Trim()))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rbut.IsChecked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Thickness(150, 90 + (10 * (j * 2)),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rbut.Width = 150;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rbut.Content = CAIanswers[j];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rbut.VerticalAlignment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TestGrid.Children.Add(rbut);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answersCount = CAIanswers.Length;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buttonM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90 + (answersCount * 2 * 10),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"MinusOption"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"-"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buttonP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90 + (answersCount * 2 * 10),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"PlusOption"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"+"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buttonP.Click += (Ps, Pe)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false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answersCount++;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CheckBox radioButton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radioButton.Width = 100;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TestGrid.Children.Add(radioButton);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 textBoxAT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Thickness(radioButton.Margin.Left + 20,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textBoxAT.Width = 200;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textBoxAT.Height = 15;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TestGrid.Children.Add(textBoxAT);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Thickness(385,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SA.Width = 80;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SA.Click += (r, t)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((CheckBox)LogicalTreeHelper.FindLogicalNode(TestGrid,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answersCount))).Content =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buttonM.Click += (Ms, Me)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(buttonM.Margin.Top &gt; 90)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TestGrid.Children.Remove((CheckBox)LogicalTreeHelper.FindLogicalNode(TestGrid,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answersCount--;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"/>
          <p:cNvSpPr/>
          <p:nvPr/>
        </p:nvSpPr>
        <p:spPr>
          <a:xfrm>
            <a:off x="0" y="70200"/>
            <a:ext cx="3239640" cy="56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TestGrid.Children.Add(buttonP);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TestGrid.Children.Add(buttonM);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saveCorrAns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Thickness(500,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"SaveAnswer"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saveCorrAns.Width = 120;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saveCorrAns.Click += (SAs, SAe)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(var 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TestGrid.Children)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+= ((CheckBox)a).Content +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":;:"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 &amp;&amp; ((CheckBox)a).IsChecked ==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 += ((CheckBox)a).Name.Remove(0, 10) +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";;"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(ansText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ansText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= ansText.Remove(ansText.Length - 3, 3);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(ans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ans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 = ans.Remove(ans.Length - 2, 2);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questionList[Convert.ToInt32(button.Name.Remove(0, 9))].AnswerLine = ans;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questionList[Convert.ToInt32(button.Name.Remove(0, 9))].AllAnswers = ansText;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RemoveAll();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TestGrid.Children.Add(saveCorrAns);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answersCount = 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buttonM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"MinusOption"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"-"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buttonP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"PlusOption"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"+"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buttonP.Width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buttonP.Click += (Ps, Pe)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false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answersCount++;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+ 20,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CheckBox radioButton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radioButton.Width = 100;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radioButton.Height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TestGrid.Children.Add(radioButton);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 textBoxAT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Thickness(radioButton.Margin.Left + 20,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textBoxAT.Width = 200;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textBoxAT.Height = 15;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textBoxAT.Name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TestGrid.Children.Add(textBoxAT);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Thickness(385, radioButton.Margin.Top,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SA.Name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SA.Width = 80;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SA.Click += (r, t)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((CheckBox)LogicalTreeHelper.FindLogicalNode(TestGrid,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answersCount))).Content =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answersCount))).Text;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buttonM.Click += (Ms, Me)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(buttonM.Margin.Top != 90)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buttonM.Margin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buttonM.Margin.Top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buttonP.Margin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Thickness(170, buttonP.Margin.Top - 20,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TestGrid.Children.Remove((CheckBox)LogicalTreeHelper.FindLogicalNode(TestGrid,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answersCount)));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answersCount--;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2889720" y="70200"/>
            <a:ext cx="2509920" cy="562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TestGrid.Children.Add(buttonP);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TestGrid.Children.Add(buttonM);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saveCorrAns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Thickness(500, 90,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"SaveAnswer"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 ответ"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saveCorrAns.Width = 120;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saveCorrAns.Click += (SAs, SAe)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(var 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TestGrid.Children)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+= ((CheckBox)a).Content +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":;:"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CheckBox &amp;&amp; ((CheckBox)a).IsChecked ==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 += ((CheckBox)a).Name.Remove(0, 10) +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";;"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(ansText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ansText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ansText = ansText.Remove(ansText.Length - 3, 3);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(ans !=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&amp;&amp; ans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 = ans.Remove(ans.Length - 2, 2);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questionList[Convert.ToInt32(button.Name.Remove(0, 9))].AnswerLine = ans;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questionList[Convert.ToInt32(button.Name.Remove(0, 9))].AllAnswers = ansText;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RemoveAll();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TestGrid.Children.Add(saveCorrAns);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AddButton.IsEnabled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false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 textBox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70,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textBox.Width = 200;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"QuestionText"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"Введите сюда вопрос"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textBox.PreviewTextInput += (Ts, Te)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(textBox.Text ==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"Введите сюда вопрос"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textBox.Text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TestGrid.Children.Add(textBox);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button1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button1.Margin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Thickness(360, 70,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button1.Name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"SaveQuestionArgs"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button1.Content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 вопрос"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button1.Width = 120;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button1.Height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button1.HorizontalAlignment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button1.VerticalAlignment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TestGrid.Children.Add(button1);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questionText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ansType = 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button1.Click += (Qs, Qe)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questionText = ((TextBox)LogicalTreeHelper.FindLogicalNode(TestGrid,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"QuestionText"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)).Text;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"QuestionText"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"SaveQuestionArgs"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ComboBox comboBox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ComboBox();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comboBox.Margin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Thickness(145, 70,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comboBox.Width = 200;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comboBox.Height = 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comboBox.Items.Add(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"Ответ - Строка"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comboBox.Items.Add(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"Ответ - Один из вариантов"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comboBox.Items.Add(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"Ответ - Несколько вариантов"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comboBox.Name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"AnswerTypeCB"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comboBox.HorizontalAlignment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comboBox.VerticalAlignment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TestGrid.Children.Add(comboBox);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 button2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Button();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button2.Margin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Thickness(360, 70, 10, 10);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button2.Name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"SaveQuestionArgs"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button2.Content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"Сохранить вопрос"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button2.Width = 120;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button2.Height = 30;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button2.HorizontalAlignment = HorizontalAlignment.Left;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button2.VerticalAlignment = VerticalAlignment.Top;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TestGrid.Children.Add(button2);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button2.Click += (ATs, ATe) =&gt;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ansType = ((ComboBox)LogicalTreeHelper.FindLogicalNode(TestGrid,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"AnswerTypeCB"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)).SelectedIndex + 1;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questionList.Add(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Question { QuestionText = questionText, AnswerTypeID = ansType });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button.IsEnabled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AddButton.IsEnabled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"SaveQuestionArgs"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TestGrid.Children.Remove((ComboBox)LogicalTreeHelper.FindLogicalNode(TestGrid,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"AnswerTypeCB"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textBox_PreviewTextInput(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object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sender, TextCompositionEventArgs e)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(!Char.IsDigit(e.Text, 0))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e.Handled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true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5400000" y="524520"/>
            <a:ext cx="3239640" cy="46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RemoveAll()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"SaveQuestionArgs"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"Question_{0}"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questionList.Count)));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TestGrid.Children.Remove((ComboBox)LogicalTreeHelper.FindLogicalNode(TestGrid,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"AnswerTypeCB"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TestGrid.Children.Remove((Label)LogicalTreeHelper.FindLogicalNode(TestGrid,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"qLabel"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"AnswerLine"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"QuestionText"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"SaveAnswer"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"PlusOption"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"MinusOption"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j = 0; j &lt; 20; j++)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TestGrid.Children.Remove((RadioButton)LogicalTreeHelper.FindLogicalNode(TestGrid,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j)));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TestGrid.Children.Remove((CheckBox)LogicalTreeHelper.FindLogicalNode(TestGrid,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"BoxOption_{0}"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j)));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TestGrid.Children.Remove((TextBox)LogicalTreeHelper.FindLogicalNode(TestGrid,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"AnswerText_{0}"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j)));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DelButton_Click(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object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sender, RoutedEventArgs e)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(questionList.Count != 0)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questionList.RemoveAt(questionList.Count - 1);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TestGrid.Children.Remove((Button)LogicalTreeHelper.FindLogicalNode(TestGrid,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.Format(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"Question_{0}"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questionList.Count)));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Exit_Click(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object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sender, RoutedEventArgs e)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 window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Redacting(user);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window.Show();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this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.Close();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private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void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Create_Click(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object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sender, RoutedEventArgs e)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(questionList.Count &gt; 0)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using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(TestSystemEntities db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TestSystemEntities())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Tests t = 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from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x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db.Tests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where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x.ID == test.ID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select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x).First();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Questions q = t.Questions;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string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questionsLine =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 a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questionList)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db.Question.Add(a);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db.SaveChanges();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(Question b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db.Question)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(a == b)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questionsLine += (b.ID +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";;"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).ToString();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questionsLine = questionsLine.Remove(questionsLine.Length - 2, 2);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q.QustionsLine = questionsLine;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db.SaveChanges();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foreach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(Tests d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db.Tests)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(d.TestName == testName.Text)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MessageBox.Show(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"Такое название уже существует!!!"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"Ошибка"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MessageBoxButton.OK, MessageBoxImage.Error);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 window1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Redacting(user);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window1.Show();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this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.Close();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if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((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from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in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db.Tests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where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s.TestName == testName.Text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select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s) !=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null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)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MessageBox.Show(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"Такое название уже существует!!!"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"Ошибка"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MessageBoxButton.OK, MessageBoxImage.Error);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{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t.TestName = testName.Text;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db.SaveChanges(); 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 window = </a:t>
            </a: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new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Redacting(user);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window.Show();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this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.Close();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ff"/>
                </a:solidFill>
                <a:latin typeface="Cascadia Mono"/>
                <a:ea typeface="Cascadia Mono"/>
              </a:rPr>
              <a:t>else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 MessageBox.Show(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"Создайте хотя бы один вопрос"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</a:t>
            </a:r>
            <a:r>
              <a:rPr b="0" lang="ru-RU" sz="300" spc="-1" strike="noStrike">
                <a:solidFill>
                  <a:srgbClr val="a31515"/>
                </a:solidFill>
                <a:latin typeface="Cascadia Mono"/>
                <a:ea typeface="Cascadia Mono"/>
              </a:rPr>
              <a:t>"Ошибка"</a:t>
            </a: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, MessageBoxButton.OK, MessageBoxImage.Error);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300" spc="-1" strike="noStrike">
                <a:solidFill>
                  <a:srgbClr val="000000"/>
                </a:solidFill>
                <a:latin typeface="Cascadia Mono"/>
                <a:ea typeface="Cascadia Mono"/>
              </a:rPr>
              <a:t>}</a:t>
            </a:r>
            <a:endParaRPr b="0" lang="ru-RU" sz="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</TotalTime>
  <Application>LibreOffice/7.5.1.2$Windows_X86_64 LibreOffice_project/fcbaee479e84c6cd81291587d2ee68cba099e129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2023-08-24T20:03:46Z</dcterms:created>
  <dc:creator/>
  <dc:description/>
  <dc:language>ru-RU</dc:language>
  <cp:lastModifiedBy/>
  <dcterms:modified xsi:type="dcterms:W3CDTF">2023-08-26T12:32:43Z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