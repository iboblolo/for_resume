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71C62D-DB1E-4904-B8F6-A82B05CE32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9987811-7036-4627-AA80-5BF07CD0DD7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Android приложение Список дел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3960000" y="974160"/>
            <a:ext cx="2586600" cy="460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Титульный лист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03280" y="762840"/>
            <a:ext cx="9069480" cy="49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Титульный лист стр.2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Кратко о приложении стр.3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Диаграммы и схемы стр.4-6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База данных стр.7-10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Разметка базового элемента  списка стр. 11-13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Главная активность стр. 14-18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 indent="-32220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buClr>
                <a:srgbClr val="000000"/>
              </a:buClr>
              <a:buSzPct val="45000"/>
              <a:buFont typeface="OpenSymbol"/>
              <a:buAutoNum type="arabicPeriod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Перспективы стр. 19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1640">
              <a:lnSpc>
                <a:spcPct val="100000"/>
              </a:lnSpc>
              <a:spcBef>
                <a:spcPts val="850"/>
              </a:spcBef>
              <a:spcAft>
                <a:spcPts val="1426"/>
              </a:spcAft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686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Кратко о программе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73600" y="1269720"/>
            <a:ext cx="9446400" cy="287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850"/>
              </a:spcBef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Программа для ведения списка дел. Дела хранятся в базе данных. Также хранится дата добавления дела. Программа поддерживает добавление и удаление дел. Дело состоит из названия и/или краткого описания. Пользователь отдельный для каждого устройства, поэтому не имеет логина и пароля. Результат действий пользователя добавляется в базу. Приложение использует базу SQLite и функционирует на информации, записанной в ней.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Диаграмма использования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080000" y="900000"/>
            <a:ext cx="7760880" cy="43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Диаграмма базы данных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3600000" y="1938240"/>
            <a:ext cx="3282840" cy="220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Диаграмма классов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2124360" y="841320"/>
            <a:ext cx="5615640" cy="455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База данных приложения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rcRect l="0" t="27771" r="0" b="0"/>
          <a:stretch/>
        </p:blipFill>
        <p:spPr>
          <a:xfrm>
            <a:off x="371520" y="1440000"/>
            <a:ext cx="7999920" cy="2880000"/>
          </a:xfrm>
          <a:prstGeom prst="rect">
            <a:avLst/>
          </a:prstGeom>
          <a:ln w="0">
            <a:noFill/>
          </a:ln>
        </p:spPr>
      </p:pic>
      <p:pic>
        <p:nvPicPr>
          <p:cNvPr id="21" name="" descr=""/>
          <p:cNvPicPr/>
          <p:nvPr/>
        </p:nvPicPr>
        <p:blipFill>
          <a:blip r:embed="rId2"/>
          <a:srcRect l="0" t="33466" r="0" b="0"/>
          <a:stretch/>
        </p:blipFill>
        <p:spPr>
          <a:xfrm>
            <a:off x="5220000" y="2700000"/>
            <a:ext cx="4500000" cy="235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База данных приложения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rcRect l="0" t="24670" r="0" b="0"/>
          <a:stretch/>
        </p:blipFill>
        <p:spPr>
          <a:xfrm>
            <a:off x="1080000" y="1080000"/>
            <a:ext cx="8100360" cy="43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Конвертация даты между приложением и базой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rcRect l="0" t="22039" r="0" b="0"/>
          <a:stretch/>
        </p:blipFill>
        <p:spPr>
          <a:xfrm>
            <a:off x="1800000" y="1260000"/>
            <a:ext cx="7200000" cy="41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000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Инициализация базы данных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2340000" y="581400"/>
            <a:ext cx="5940000" cy="499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Разметка базового элемента  списка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2700000" y="477720"/>
            <a:ext cx="4591440" cy="51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Разметка базового элемента  списка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80000" y="1195920"/>
            <a:ext cx="9766080" cy="402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1620000" y="1751400"/>
            <a:ext cx="7022160" cy="238860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360" y="-1796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Вид базового элемента  списка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Функции главной активности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2340000" y="605520"/>
            <a:ext cx="5400000" cy="494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Разметка главной активности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2160000" y="697680"/>
            <a:ext cx="6120000" cy="488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Разметка главной активности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440000" y="720000"/>
            <a:ext cx="7200000" cy="485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Разметка главной активности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440000" y="1080000"/>
            <a:ext cx="727344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34000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Вид главной активности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1260000" y="360"/>
            <a:ext cx="3221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Перспективы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7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Расширение функционала (группировка дел, просрочка дел, сделанные дела)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Улучшение разметки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Расширение базы данных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Добавление аккаунтов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Экспорт/импорт между разными телефонами, но с одним аккаунтом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47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LibreOffice/24.2.1.2$Windows_X86_64 LibreOffice_project/db4def46b0453cc22e2d0305797cf981b68ef5ac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2024-03-15T15:19:28Z</dcterms:created>
  <dc:creator/>
  <dc:description/>
  <dc:language>ru-RU</dc:language>
  <cp:lastModifiedBy/>
  <dcterms:modified xsi:type="dcterms:W3CDTF">2024-03-16T22:16:59Z</dcterms:modified>
  <cp:revision>2</cp:revision>
  <dc:subject/>
  <dc:title/>
</cp:coreProperties>
</file>