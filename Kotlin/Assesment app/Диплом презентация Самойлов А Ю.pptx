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32BFB1-AA09-446A-B8D2-99B9C9EF1E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09F0966-7FEC-4B18-A473-CF36C20703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462C678-442B-4216-80A3-243081161129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447000" y="5164560"/>
            <a:ext cx="319320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7226640" y="516456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773767-34A6-4ACA-BF69-CAC3FDD11811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503640" y="516456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7128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0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40000" y="360000"/>
            <a:ext cx="9071640" cy="13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Мобильное приложение </a:t>
            </a:r>
            <a:br>
              <a:rPr sz="3200"/>
            </a:b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проведения </a:t>
            </a:r>
            <a:br>
              <a:rPr sz="3200"/>
            </a:b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тестирования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-395640" y="4758120"/>
            <a:ext cx="5795640" cy="91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2500" spc="-1" strike="noStrike">
                <a:solidFill>
                  <a:srgbClr val="000000"/>
                </a:solidFill>
                <a:latin typeface="Arial"/>
              </a:rPr>
              <a:t>Подготовлено: Самойлов А Ю</a:t>
            </a:r>
            <a:endParaRPr b="0" lang="ru-RU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" name="" descr=""/>
          <p:cNvPicPr/>
          <p:nvPr/>
        </p:nvPicPr>
        <p:blipFill>
          <a:blip r:embed="rId1"/>
          <a:srcRect l="0" t="6349" r="0" b="40595"/>
          <a:stretch/>
        </p:blipFill>
        <p:spPr>
          <a:xfrm>
            <a:off x="5149080" y="1080000"/>
            <a:ext cx="4210920" cy="39600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4836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Диаграмма использования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2700000" y="581760"/>
            <a:ext cx="4680000" cy="48474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4836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Диаграмма базы данных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2841840" y="532080"/>
            <a:ext cx="4789080" cy="495684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4836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Диаграмма классов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1130040" y="463680"/>
            <a:ext cx="8048520" cy="510444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4836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Методы доступа к базе данных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" name="" descr=""/>
          <p:cNvPicPr/>
          <p:nvPr/>
        </p:nvPicPr>
        <p:blipFill>
          <a:blip r:embed="rId1"/>
          <a:stretch/>
        </p:blipFill>
        <p:spPr>
          <a:xfrm>
            <a:off x="2626920" y="566640"/>
            <a:ext cx="4753080" cy="483336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1337400" y="360000"/>
            <a:ext cx="7759800" cy="50400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68360" y="-4644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Навигация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68360" y="-4644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Вход в приложение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" name="" descr=""/>
          <p:cNvPicPr/>
          <p:nvPr/>
        </p:nvPicPr>
        <p:blipFill>
          <a:blip r:embed="rId1"/>
          <a:srcRect l="0" t="10714" r="0" b="19963"/>
          <a:stretch/>
        </p:blipFill>
        <p:spPr>
          <a:xfrm>
            <a:off x="360000" y="766440"/>
            <a:ext cx="2900160" cy="43200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pic>
        <p:nvPicPr>
          <p:cNvPr id="29" name="" descr=""/>
          <p:cNvPicPr/>
          <p:nvPr/>
        </p:nvPicPr>
        <p:blipFill>
          <a:blip r:embed="rId2"/>
          <a:stretch/>
        </p:blipFill>
        <p:spPr>
          <a:xfrm>
            <a:off x="3505680" y="766440"/>
            <a:ext cx="6394320" cy="445356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68360" y="-4644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Регистрация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/>
          <a:srcRect l="0" t="5374" r="0" b="10014"/>
          <a:stretch/>
        </p:blipFill>
        <p:spPr>
          <a:xfrm>
            <a:off x="275760" y="720000"/>
            <a:ext cx="3144240" cy="46800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pic>
        <p:nvPicPr>
          <p:cNvPr id="32" name="" descr=""/>
          <p:cNvPicPr/>
          <p:nvPr/>
        </p:nvPicPr>
        <p:blipFill>
          <a:blip r:embed="rId2"/>
          <a:stretch/>
        </p:blipFill>
        <p:spPr>
          <a:xfrm>
            <a:off x="3561840" y="1401840"/>
            <a:ext cx="6379560" cy="372708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6836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Основное меню приложения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" name="" descr=""/>
          <p:cNvPicPr/>
          <p:nvPr/>
        </p:nvPicPr>
        <p:blipFill>
          <a:blip r:embed="rId1"/>
          <a:srcRect l="0" t="5411" r="0" b="8097"/>
          <a:stretch/>
        </p:blipFill>
        <p:spPr>
          <a:xfrm>
            <a:off x="5220000" y="540000"/>
            <a:ext cx="3198240" cy="48600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pic>
        <p:nvPicPr>
          <p:cNvPr id="35" name="" descr=""/>
          <p:cNvPicPr/>
          <p:nvPr/>
        </p:nvPicPr>
        <p:blipFill>
          <a:blip r:embed="rId2"/>
          <a:srcRect l="0" t="6349" r="0" b="7936"/>
          <a:stretch/>
        </p:blipFill>
        <p:spPr>
          <a:xfrm>
            <a:off x="1440000" y="540000"/>
            <a:ext cx="3198240" cy="48600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6836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Создание теста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1"/>
          <a:srcRect l="0" t="6349" r="0" b="7936"/>
          <a:stretch/>
        </p:blipFill>
        <p:spPr>
          <a:xfrm>
            <a:off x="1620000" y="540000"/>
            <a:ext cx="3198600" cy="48600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pic>
        <p:nvPicPr>
          <p:cNvPr id="38" name="" descr=""/>
          <p:cNvPicPr/>
          <p:nvPr/>
        </p:nvPicPr>
        <p:blipFill>
          <a:blip r:embed="rId2"/>
          <a:srcRect l="0" t="6349" r="0" b="7936"/>
          <a:stretch/>
        </p:blipFill>
        <p:spPr>
          <a:xfrm>
            <a:off x="5441760" y="540000"/>
            <a:ext cx="3198240" cy="485964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68360" y="-4644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Новый вопрос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" name="" descr=""/>
          <p:cNvPicPr/>
          <p:nvPr/>
        </p:nvPicPr>
        <p:blipFill>
          <a:blip r:embed="rId1"/>
          <a:stretch/>
        </p:blipFill>
        <p:spPr>
          <a:xfrm>
            <a:off x="3774960" y="900000"/>
            <a:ext cx="6125040" cy="37800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pic>
        <p:nvPicPr>
          <p:cNvPr id="41" name="" descr=""/>
          <p:cNvPicPr/>
          <p:nvPr/>
        </p:nvPicPr>
        <p:blipFill>
          <a:blip r:embed="rId2"/>
          <a:srcRect l="0" t="3427" r="0" b="7679"/>
          <a:stretch/>
        </p:blipFill>
        <p:spPr>
          <a:xfrm>
            <a:off x="360000" y="360000"/>
            <a:ext cx="3198240" cy="503964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6836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Типы вопросов в тесте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rcRect l="5619" t="4116" r="0" b="10168"/>
          <a:stretch/>
        </p:blipFill>
        <p:spPr>
          <a:xfrm>
            <a:off x="221760" y="540000"/>
            <a:ext cx="3018240" cy="485928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pic>
        <p:nvPicPr>
          <p:cNvPr id="44" name="" descr=""/>
          <p:cNvPicPr/>
          <p:nvPr/>
        </p:nvPicPr>
        <p:blipFill>
          <a:blip r:embed="rId2"/>
          <a:srcRect l="0" t="3990" r="5635" b="7936"/>
          <a:stretch/>
        </p:blipFill>
        <p:spPr>
          <a:xfrm>
            <a:off x="6840000" y="540000"/>
            <a:ext cx="3017880" cy="48600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pic>
        <p:nvPicPr>
          <p:cNvPr id="45" name="" descr=""/>
          <p:cNvPicPr/>
          <p:nvPr/>
        </p:nvPicPr>
        <p:blipFill>
          <a:blip r:embed="rId3"/>
          <a:srcRect l="0" t="5908" r="1855" b="8372"/>
          <a:stretch/>
        </p:blipFill>
        <p:spPr>
          <a:xfrm>
            <a:off x="3441240" y="540360"/>
            <a:ext cx="3218760" cy="485964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6836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Тип вопроса строкой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rcRect l="5619" t="4116" r="0" b="10168"/>
          <a:stretch/>
        </p:blipFill>
        <p:spPr>
          <a:xfrm>
            <a:off x="360000" y="565560"/>
            <a:ext cx="3018240" cy="485928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pic>
        <p:nvPicPr>
          <p:cNvPr id="48" name="" descr=""/>
          <p:cNvPicPr/>
          <p:nvPr/>
        </p:nvPicPr>
        <p:blipFill>
          <a:blip r:embed="rId2"/>
          <a:srcRect l="0" t="20505" r="2618" b="14864"/>
          <a:stretch/>
        </p:blipFill>
        <p:spPr>
          <a:xfrm>
            <a:off x="3780000" y="900000"/>
            <a:ext cx="6024600" cy="40932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6836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Тип вопроса с выбором одного варианта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rcRect l="0" t="5908" r="1855" b="8372"/>
          <a:stretch/>
        </p:blipFill>
        <p:spPr>
          <a:xfrm>
            <a:off x="720000" y="566280"/>
            <a:ext cx="3218760" cy="485964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pic>
        <p:nvPicPr>
          <p:cNvPr id="51" name="" descr=""/>
          <p:cNvPicPr/>
          <p:nvPr/>
        </p:nvPicPr>
        <p:blipFill>
          <a:blip r:embed="rId2"/>
          <a:stretch/>
        </p:blipFill>
        <p:spPr>
          <a:xfrm>
            <a:off x="4680000" y="610920"/>
            <a:ext cx="4673520" cy="47988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6836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Тип вопроса с выбором одного варианта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rcRect l="0" t="5908" r="1855" b="8372"/>
          <a:stretch/>
        </p:blipFill>
        <p:spPr>
          <a:xfrm>
            <a:off x="360000" y="592200"/>
            <a:ext cx="3218760" cy="485964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pic>
        <p:nvPicPr>
          <p:cNvPr id="54" name="" descr=""/>
          <p:cNvPicPr/>
          <p:nvPr/>
        </p:nvPicPr>
        <p:blipFill>
          <a:blip r:embed="rId2"/>
          <a:stretch/>
        </p:blipFill>
        <p:spPr>
          <a:xfrm>
            <a:off x="3969720" y="1199520"/>
            <a:ext cx="3993120" cy="151668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pic>
        <p:nvPicPr>
          <p:cNvPr id="55" name="" descr=""/>
          <p:cNvPicPr/>
          <p:nvPr/>
        </p:nvPicPr>
        <p:blipFill>
          <a:blip r:embed="rId3"/>
          <a:stretch/>
        </p:blipFill>
        <p:spPr>
          <a:xfrm>
            <a:off x="4016520" y="4358520"/>
            <a:ext cx="3408120" cy="54792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pic>
        <p:nvPicPr>
          <p:cNvPr id="56" name="" descr=""/>
          <p:cNvPicPr/>
          <p:nvPr/>
        </p:nvPicPr>
        <p:blipFill>
          <a:blip r:embed="rId4"/>
          <a:stretch/>
        </p:blipFill>
        <p:spPr>
          <a:xfrm>
            <a:off x="3989160" y="3367080"/>
            <a:ext cx="2784600" cy="5256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sp>
        <p:nvSpPr>
          <p:cNvPr id="57" name=""/>
          <p:cNvSpPr txBox="1"/>
          <p:nvPr/>
        </p:nvSpPr>
        <p:spPr>
          <a:xfrm>
            <a:off x="3960000" y="720000"/>
            <a:ext cx="18072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3960000" y="766440"/>
            <a:ext cx="3008880" cy="4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Событие выбора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4030200" y="3925440"/>
            <a:ext cx="4223880" cy="44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Событие удаления варианта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030200" y="2866680"/>
            <a:ext cx="4438080" cy="43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Событие добавления варианта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6836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Тип вопроса с выбором одного варианта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4741920" y="1252800"/>
            <a:ext cx="3960000" cy="36072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pic>
        <p:nvPicPr>
          <p:cNvPr id="63" name="" descr=""/>
          <p:cNvPicPr/>
          <p:nvPr/>
        </p:nvPicPr>
        <p:blipFill>
          <a:blip r:embed="rId2"/>
          <a:srcRect l="0" t="5908" r="1855" b="8372"/>
          <a:stretch/>
        </p:blipFill>
        <p:spPr>
          <a:xfrm>
            <a:off x="983160" y="618120"/>
            <a:ext cx="3218760" cy="485964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sp>
        <p:nvSpPr>
          <p:cNvPr id="64" name=""/>
          <p:cNvSpPr txBox="1"/>
          <p:nvPr/>
        </p:nvSpPr>
        <p:spPr>
          <a:xfrm>
            <a:off x="4741920" y="820080"/>
            <a:ext cx="4438080" cy="43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Сохранение вопроса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68360" y="-4644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Сохранение теста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" descr=""/>
          <p:cNvPicPr/>
          <p:nvPr/>
        </p:nvPicPr>
        <p:blipFill>
          <a:blip r:embed="rId1"/>
          <a:srcRect l="0" t="5908" r="1855" b="8372"/>
          <a:stretch/>
        </p:blipFill>
        <p:spPr>
          <a:xfrm>
            <a:off x="360000" y="720000"/>
            <a:ext cx="3218760" cy="46800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pic>
        <p:nvPicPr>
          <p:cNvPr id="67" name="" descr=""/>
          <p:cNvPicPr/>
          <p:nvPr/>
        </p:nvPicPr>
        <p:blipFill>
          <a:blip r:embed="rId2"/>
          <a:stretch/>
        </p:blipFill>
        <p:spPr>
          <a:xfrm>
            <a:off x="3780000" y="1936800"/>
            <a:ext cx="5955480" cy="261972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6836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Изменение теста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" descr=""/>
          <p:cNvPicPr/>
          <p:nvPr/>
        </p:nvPicPr>
        <p:blipFill>
          <a:blip r:embed="rId1"/>
          <a:srcRect l="0" t="5908" r="1855" b="8372"/>
          <a:stretch/>
        </p:blipFill>
        <p:spPr>
          <a:xfrm>
            <a:off x="1440000" y="720000"/>
            <a:ext cx="3217320" cy="46800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pic>
        <p:nvPicPr>
          <p:cNvPr id="70" name="" descr=""/>
          <p:cNvPicPr/>
          <p:nvPr/>
        </p:nvPicPr>
        <p:blipFill>
          <a:blip r:embed="rId2"/>
          <a:srcRect l="0" t="5908" r="1855" b="8372"/>
          <a:stretch/>
        </p:blipFill>
        <p:spPr>
          <a:xfrm>
            <a:off x="5580000" y="766440"/>
            <a:ext cx="3198240" cy="46800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6836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Изменение теста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rcRect l="0" t="5908" r="1855" b="8372"/>
          <a:stretch/>
        </p:blipFill>
        <p:spPr>
          <a:xfrm>
            <a:off x="3420000" y="540000"/>
            <a:ext cx="3198240" cy="46800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6836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Удаление теста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rcRect l="0" t="5904" r="0" b="8376"/>
          <a:stretch/>
        </p:blipFill>
        <p:spPr>
          <a:xfrm>
            <a:off x="5580000" y="540360"/>
            <a:ext cx="3079800" cy="467964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pic>
        <p:nvPicPr>
          <p:cNvPr id="75" name="" descr=""/>
          <p:cNvPicPr/>
          <p:nvPr/>
        </p:nvPicPr>
        <p:blipFill>
          <a:blip r:embed="rId2"/>
          <a:srcRect l="0" t="5908" r="1855" b="8372"/>
          <a:stretch/>
        </p:blipFill>
        <p:spPr>
          <a:xfrm>
            <a:off x="1465920" y="565560"/>
            <a:ext cx="3217320" cy="46800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6836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Прохождение теста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rcRect l="0" t="5904" r="0" b="8376"/>
          <a:stretch/>
        </p:blipFill>
        <p:spPr>
          <a:xfrm>
            <a:off x="5555880" y="540360"/>
            <a:ext cx="3084120" cy="467964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pic>
        <p:nvPicPr>
          <p:cNvPr id="78" name="" descr=""/>
          <p:cNvPicPr/>
          <p:nvPr/>
        </p:nvPicPr>
        <p:blipFill>
          <a:blip r:embed="rId2"/>
          <a:srcRect l="0" t="5411" r="0" b="8097"/>
          <a:stretch/>
        </p:blipFill>
        <p:spPr>
          <a:xfrm>
            <a:off x="1440000" y="540000"/>
            <a:ext cx="3198240" cy="46800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6836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Прохождение теста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rcRect l="0" t="5904" r="0" b="8376"/>
          <a:stretch/>
        </p:blipFill>
        <p:spPr>
          <a:xfrm>
            <a:off x="3461760" y="540360"/>
            <a:ext cx="3198240" cy="467964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6836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Результаты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1"/>
          <a:srcRect l="0" t="5904" r="0" b="8376"/>
          <a:stretch/>
        </p:blipFill>
        <p:spPr>
          <a:xfrm>
            <a:off x="5760000" y="540000"/>
            <a:ext cx="3008880" cy="46800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pic>
        <p:nvPicPr>
          <p:cNvPr id="83" name="" descr=""/>
          <p:cNvPicPr/>
          <p:nvPr/>
        </p:nvPicPr>
        <p:blipFill>
          <a:blip r:embed="rId2"/>
          <a:srcRect l="0" t="5411" r="0" b="8097"/>
          <a:stretch/>
        </p:blipFill>
        <p:spPr>
          <a:xfrm>
            <a:off x="1481760" y="565560"/>
            <a:ext cx="3198240" cy="46800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6836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Результаты конкретного ученика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rcRect l="0" t="5411" r="0" b="8097"/>
          <a:stretch/>
        </p:blipFill>
        <p:spPr>
          <a:xfrm>
            <a:off x="5580000" y="565560"/>
            <a:ext cx="3198240" cy="465444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pic>
        <p:nvPicPr>
          <p:cNvPr id="86" name="" descr=""/>
          <p:cNvPicPr/>
          <p:nvPr/>
        </p:nvPicPr>
        <p:blipFill>
          <a:blip r:embed="rId2"/>
          <a:srcRect l="0" t="5411" r="0" b="8097"/>
          <a:stretch/>
        </p:blipFill>
        <p:spPr>
          <a:xfrm>
            <a:off x="1481760" y="565560"/>
            <a:ext cx="3198240" cy="46800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6836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Результаты конкретного ученика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" descr=""/>
          <p:cNvPicPr/>
          <p:nvPr/>
        </p:nvPicPr>
        <p:blipFill>
          <a:blip r:embed="rId1"/>
          <a:srcRect l="0" t="5411" r="0" b="8097"/>
          <a:stretch/>
        </p:blipFill>
        <p:spPr>
          <a:xfrm>
            <a:off x="3600000" y="659160"/>
            <a:ext cx="3198240" cy="465444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6836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Добавление пользователей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1"/>
          <a:srcRect l="0" t="5411" r="0" b="8097"/>
          <a:stretch/>
        </p:blipFill>
        <p:spPr>
          <a:xfrm>
            <a:off x="5580000" y="540000"/>
            <a:ext cx="3198240" cy="46800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pic>
        <p:nvPicPr>
          <p:cNvPr id="91" name="" descr=""/>
          <p:cNvPicPr/>
          <p:nvPr/>
        </p:nvPicPr>
        <p:blipFill>
          <a:blip r:embed="rId2"/>
          <a:srcRect l="0" t="5411" r="0" b="8097"/>
          <a:stretch/>
        </p:blipFill>
        <p:spPr>
          <a:xfrm>
            <a:off x="1465560" y="565560"/>
            <a:ext cx="3198240" cy="46800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68360" y="-1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Редактирование информации о пользователе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" descr=""/>
          <p:cNvPicPr/>
          <p:nvPr/>
        </p:nvPicPr>
        <p:blipFill>
          <a:blip r:embed="rId1"/>
          <a:srcRect l="0" t="5411" r="0" b="8097"/>
          <a:stretch/>
        </p:blipFill>
        <p:spPr>
          <a:xfrm>
            <a:off x="5580000" y="612000"/>
            <a:ext cx="3198240" cy="46080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  <p:pic>
        <p:nvPicPr>
          <p:cNvPr id="94" name="" descr=""/>
          <p:cNvPicPr/>
          <p:nvPr/>
        </p:nvPicPr>
        <p:blipFill>
          <a:blip r:embed="rId2"/>
          <a:srcRect l="0" t="5411" r="0" b="8097"/>
          <a:stretch/>
        </p:blipFill>
        <p:spPr>
          <a:xfrm>
            <a:off x="1465560" y="565560"/>
            <a:ext cx="3198240" cy="4680000"/>
          </a:xfrm>
          <a:prstGeom prst="rect">
            <a:avLst/>
          </a:prstGeom>
          <a:ln w="0">
            <a:solidFill>
              <a:srgbClr val="cccccc"/>
            </a:solidFill>
          </a:ln>
          <a:effectLst>
            <a:outerShdw dist="36147" dir="2700000" blurRad="6336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3640" y="-226080"/>
            <a:ext cx="906948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Перспективы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68000" y="718920"/>
            <a:ext cx="9069480" cy="32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Улучшение разметки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Добавление графики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Улучшение удобства в использовании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Расширение базы данных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Разделение приложения на клиентскую и серверную части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Разветвление учебного материала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68360" y="231192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Спасибо за внимание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568</TotalTime>
  <Application>LibreOffice/24.2.1.2$Windows_X86_64 LibreOffice_project/db4def46b0453cc22e2d0305797cf981b68ef5ac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2024-04-09T21:02:21Z</dcterms:created>
  <dc:creator/>
  <dc:description/>
  <dc:language>ru-RU</dc:language>
  <cp:lastModifiedBy/>
  <dcterms:modified xsi:type="dcterms:W3CDTF">2024-04-18T12:14:50Z</dcterms:modified>
  <cp:revision>44</cp:revision>
  <dc:subject/>
  <dc:title/>
</cp:coreProperties>
</file>